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7" r:id="rId1"/>
  </p:sldMasterIdLst>
  <p:notesMasterIdLst>
    <p:notesMasterId r:id="rId19"/>
  </p:notesMasterIdLst>
  <p:sldIdLst>
    <p:sldId id="256" r:id="rId2"/>
    <p:sldId id="258" r:id="rId3"/>
    <p:sldId id="296" r:id="rId4"/>
    <p:sldId id="259" r:id="rId5"/>
    <p:sldId id="261" r:id="rId6"/>
    <p:sldId id="303" r:id="rId7"/>
    <p:sldId id="262" r:id="rId8"/>
    <p:sldId id="297" r:id="rId9"/>
    <p:sldId id="298" r:id="rId10"/>
    <p:sldId id="299" r:id="rId11"/>
    <p:sldId id="300" r:id="rId12"/>
    <p:sldId id="301" r:id="rId13"/>
    <p:sldId id="265" r:id="rId14"/>
    <p:sldId id="281" r:id="rId15"/>
    <p:sldId id="302" r:id="rId16"/>
    <p:sldId id="266" r:id="rId17"/>
    <p:sldId id="271" r:id="rId18"/>
  </p:sldIdLst>
  <p:sldSz cx="9144000" cy="5143500" type="screen16x9"/>
  <p:notesSz cx="6858000" cy="9144000"/>
  <p:embeddedFontLst>
    <p:embeddedFont>
      <p:font typeface="Calibri" panose="020F0502020204030204" pitchFamily="34" charset="0"/>
      <p:regular r:id="rId20"/>
      <p:bold r:id="rId21"/>
      <p:italic r:id="rId22"/>
      <p:boldItalic r:id="rId23"/>
    </p:embeddedFont>
    <p:embeddedFont>
      <p:font typeface="Barlow Light" panose="020B0604020202020204" charset="0"/>
      <p:regular r:id="rId24"/>
      <p:bold r:id="rId25"/>
      <p:italic r:id="rId26"/>
      <p:boldItalic r:id="rId27"/>
    </p:embeddedFont>
    <p:embeddedFont>
      <p:font typeface="Barlow" panose="020B060402020202020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1C7EFF-B079-44CD-85B6-E6D3598932AC}">
  <a:tblStyle styleId="{511C7EFF-B079-44CD-85B6-E6D3598932AC}"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1CDC246-CD5F-43C5-B557-0B5EE2D38672}"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11"/>
    <p:restoredTop sz="94694"/>
  </p:normalViewPr>
  <p:slideViewPr>
    <p:cSldViewPr snapToGrid="0" snapToObjects="1">
      <p:cViewPr>
        <p:scale>
          <a:sx n="150" d="100"/>
          <a:sy n="150" d="100"/>
        </p:scale>
        <p:origin x="624"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109984876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4164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85125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0594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92916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728535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3718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2704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143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53285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0915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83511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31514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8723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b2f7c811e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b2f7c811e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07743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73471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48090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1261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855300" y="1363125"/>
            <a:ext cx="5110800" cy="2417100"/>
          </a:xfrm>
          <a:prstGeom prst="rect">
            <a:avLst/>
          </a:prstGeom>
        </p:spPr>
        <p:txBody>
          <a:bodyPr spcFirstLastPara="1" wrap="square" lIns="0" tIns="0" rIns="0" bIns="0" anchor="ctr" anchorCtr="0">
            <a:noAutofit/>
          </a:bodyPr>
          <a:lstStyle>
            <a:lvl1pPr lvl="0" rtl="0">
              <a:spcBef>
                <a:spcPts val="0"/>
              </a:spcBef>
              <a:spcAft>
                <a:spcPts val="0"/>
              </a:spcAft>
              <a:buClr>
                <a:schemeClr val="lt2"/>
              </a:buClr>
              <a:buSzPts val="4800"/>
              <a:buNone/>
              <a:defRPr sz="4800">
                <a:solidFill>
                  <a:schemeClr val="lt2"/>
                </a:solidFill>
              </a:defRPr>
            </a:lvl1pPr>
            <a:lvl2pPr lvl="1" rtl="0">
              <a:spcBef>
                <a:spcPts val="0"/>
              </a:spcBef>
              <a:spcAft>
                <a:spcPts val="0"/>
              </a:spcAft>
              <a:buClr>
                <a:schemeClr val="lt2"/>
              </a:buClr>
              <a:buSzPts val="4800"/>
              <a:buNone/>
              <a:defRPr sz="4800">
                <a:solidFill>
                  <a:schemeClr val="lt2"/>
                </a:solidFill>
              </a:defRPr>
            </a:lvl2pPr>
            <a:lvl3pPr lvl="2" rtl="0">
              <a:spcBef>
                <a:spcPts val="0"/>
              </a:spcBef>
              <a:spcAft>
                <a:spcPts val="0"/>
              </a:spcAft>
              <a:buClr>
                <a:schemeClr val="lt2"/>
              </a:buClr>
              <a:buSzPts val="4800"/>
              <a:buNone/>
              <a:defRPr sz="4800">
                <a:solidFill>
                  <a:schemeClr val="lt2"/>
                </a:solidFill>
              </a:defRPr>
            </a:lvl3pPr>
            <a:lvl4pPr lvl="3" rtl="0">
              <a:spcBef>
                <a:spcPts val="0"/>
              </a:spcBef>
              <a:spcAft>
                <a:spcPts val="0"/>
              </a:spcAft>
              <a:buClr>
                <a:schemeClr val="lt2"/>
              </a:buClr>
              <a:buSzPts val="4800"/>
              <a:buNone/>
              <a:defRPr sz="4800">
                <a:solidFill>
                  <a:schemeClr val="lt2"/>
                </a:solidFill>
              </a:defRPr>
            </a:lvl4pPr>
            <a:lvl5pPr lvl="4" rtl="0">
              <a:spcBef>
                <a:spcPts val="0"/>
              </a:spcBef>
              <a:spcAft>
                <a:spcPts val="0"/>
              </a:spcAft>
              <a:buClr>
                <a:schemeClr val="lt2"/>
              </a:buClr>
              <a:buSzPts val="4800"/>
              <a:buNone/>
              <a:defRPr sz="4800">
                <a:solidFill>
                  <a:schemeClr val="lt2"/>
                </a:solidFill>
              </a:defRPr>
            </a:lvl5pPr>
            <a:lvl6pPr lvl="5" rtl="0">
              <a:spcBef>
                <a:spcPts val="0"/>
              </a:spcBef>
              <a:spcAft>
                <a:spcPts val="0"/>
              </a:spcAft>
              <a:buClr>
                <a:schemeClr val="lt2"/>
              </a:buClr>
              <a:buSzPts val="4800"/>
              <a:buNone/>
              <a:defRPr sz="4800">
                <a:solidFill>
                  <a:schemeClr val="lt2"/>
                </a:solidFill>
              </a:defRPr>
            </a:lvl6pPr>
            <a:lvl7pPr lvl="6" rtl="0">
              <a:spcBef>
                <a:spcPts val="0"/>
              </a:spcBef>
              <a:spcAft>
                <a:spcPts val="0"/>
              </a:spcAft>
              <a:buClr>
                <a:schemeClr val="lt2"/>
              </a:buClr>
              <a:buSzPts val="4800"/>
              <a:buNone/>
              <a:defRPr sz="4800">
                <a:solidFill>
                  <a:schemeClr val="lt2"/>
                </a:solidFill>
              </a:defRPr>
            </a:lvl7pPr>
            <a:lvl8pPr lvl="7" rtl="0">
              <a:spcBef>
                <a:spcPts val="0"/>
              </a:spcBef>
              <a:spcAft>
                <a:spcPts val="0"/>
              </a:spcAft>
              <a:buClr>
                <a:schemeClr val="lt2"/>
              </a:buClr>
              <a:buSzPts val="4800"/>
              <a:buNone/>
              <a:defRPr sz="4800">
                <a:solidFill>
                  <a:schemeClr val="lt2"/>
                </a:solidFill>
              </a:defRPr>
            </a:lvl8pPr>
            <a:lvl9pPr lvl="8" rtl="0">
              <a:spcBef>
                <a:spcPts val="0"/>
              </a:spcBef>
              <a:spcAft>
                <a:spcPts val="0"/>
              </a:spcAft>
              <a:buClr>
                <a:schemeClr val="lt2"/>
              </a:buClr>
              <a:buSzPts val="4800"/>
              <a:buNone/>
              <a:defRPr sz="4800">
                <a:solidFill>
                  <a:schemeClr val="lt2"/>
                </a:solidFill>
              </a:defRPr>
            </a:lvl9pPr>
          </a:lstStyle>
          <a:p>
            <a:endParaRPr/>
          </a:p>
        </p:txBody>
      </p:sp>
      <p:grpSp>
        <p:nvGrpSpPr>
          <p:cNvPr id="13" name="Google Shape;13;p2"/>
          <p:cNvGrpSpPr/>
          <p:nvPr/>
        </p:nvGrpSpPr>
        <p:grpSpPr>
          <a:xfrm>
            <a:off x="0" y="2550906"/>
            <a:ext cx="719125" cy="41700"/>
            <a:chOff x="0" y="2550906"/>
            <a:chExt cx="719125" cy="41700"/>
          </a:xfrm>
        </p:grpSpPr>
        <p:sp>
          <p:nvSpPr>
            <p:cNvPr id="14" name="Google Shape;14;p2"/>
            <p:cNvSpPr/>
            <p:nvPr/>
          </p:nvSpPr>
          <p:spPr>
            <a:xfrm>
              <a:off x="0" y="2550906"/>
              <a:ext cx="509100" cy="41700"/>
            </a:xfrm>
            <a:prstGeom prst="rect">
              <a:avLst/>
            </a:prstGeom>
            <a:gradFill>
              <a:gsLst>
                <a:gs pos="0">
                  <a:srgbClr val="FFFFFF">
                    <a:alpha val="29803"/>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06425" y="2550906"/>
              <a:ext cx="212700" cy="41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6"/>
        <p:cNvGrpSpPr/>
        <p:nvPr/>
      </p:nvGrpSpPr>
      <p:grpSpPr>
        <a:xfrm>
          <a:off x="0" y="0"/>
          <a:ext cx="0" cy="0"/>
          <a:chOff x="0" y="0"/>
          <a:chExt cx="0" cy="0"/>
        </a:xfrm>
      </p:grpSpPr>
      <p:sp>
        <p:nvSpPr>
          <p:cNvPr id="17" name="Google Shape;17;p3"/>
          <p:cNvSpPr txBox="1">
            <a:spLocks noGrp="1"/>
          </p:cNvSpPr>
          <p:nvPr>
            <p:ph type="ctrTitle"/>
          </p:nvPr>
        </p:nvSpPr>
        <p:spPr>
          <a:xfrm>
            <a:off x="855300" y="1534047"/>
            <a:ext cx="5110800" cy="1159800"/>
          </a:xfrm>
          <a:prstGeom prst="rect">
            <a:avLst/>
          </a:prstGeom>
        </p:spPr>
        <p:txBody>
          <a:bodyPr spcFirstLastPara="1" wrap="square" lIns="0" tIns="0" rIns="0" bIns="0"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8" name="Google Shape;18;p3"/>
          <p:cNvSpPr txBox="1">
            <a:spLocks noGrp="1"/>
          </p:cNvSpPr>
          <p:nvPr>
            <p:ph type="subTitle" idx="1"/>
          </p:nvPr>
        </p:nvSpPr>
        <p:spPr>
          <a:xfrm>
            <a:off x="855300" y="2714552"/>
            <a:ext cx="5110800" cy="4281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2400"/>
              <a:buNone/>
              <a:defRPr>
                <a:solidFill>
                  <a:schemeClr val="lt2"/>
                </a:solidFill>
              </a:defRPr>
            </a:lvl1pPr>
            <a:lvl2pPr lvl="1" rtl="0">
              <a:spcBef>
                <a:spcPts val="800"/>
              </a:spcBef>
              <a:spcAft>
                <a:spcPts val="0"/>
              </a:spcAft>
              <a:buClr>
                <a:schemeClr val="lt2"/>
              </a:buClr>
              <a:buSzPts val="3000"/>
              <a:buNone/>
              <a:defRPr sz="3000">
                <a:solidFill>
                  <a:schemeClr val="lt2"/>
                </a:solidFill>
              </a:defRPr>
            </a:lvl2pPr>
            <a:lvl3pPr lvl="2" rtl="0">
              <a:spcBef>
                <a:spcPts val="800"/>
              </a:spcBef>
              <a:spcAft>
                <a:spcPts val="0"/>
              </a:spcAft>
              <a:buClr>
                <a:schemeClr val="lt2"/>
              </a:buClr>
              <a:buSzPts val="3000"/>
              <a:buNone/>
              <a:defRPr sz="3000">
                <a:solidFill>
                  <a:schemeClr val="lt2"/>
                </a:solidFill>
              </a:defRPr>
            </a:lvl3pPr>
            <a:lvl4pPr lvl="3" rtl="0">
              <a:spcBef>
                <a:spcPts val="800"/>
              </a:spcBef>
              <a:spcAft>
                <a:spcPts val="0"/>
              </a:spcAft>
              <a:buClr>
                <a:schemeClr val="lt2"/>
              </a:buClr>
              <a:buSzPts val="3000"/>
              <a:buNone/>
              <a:defRPr sz="3000">
                <a:solidFill>
                  <a:schemeClr val="lt2"/>
                </a:solidFill>
              </a:defRPr>
            </a:lvl4pPr>
            <a:lvl5pPr lvl="4" rtl="0">
              <a:spcBef>
                <a:spcPts val="800"/>
              </a:spcBef>
              <a:spcAft>
                <a:spcPts val="0"/>
              </a:spcAft>
              <a:buClr>
                <a:schemeClr val="lt2"/>
              </a:buClr>
              <a:buSzPts val="3000"/>
              <a:buNone/>
              <a:defRPr sz="3000">
                <a:solidFill>
                  <a:schemeClr val="lt2"/>
                </a:solidFill>
              </a:defRPr>
            </a:lvl5pPr>
            <a:lvl6pPr lvl="5" rtl="0">
              <a:spcBef>
                <a:spcPts val="800"/>
              </a:spcBef>
              <a:spcAft>
                <a:spcPts val="0"/>
              </a:spcAft>
              <a:buClr>
                <a:schemeClr val="lt2"/>
              </a:buClr>
              <a:buSzPts val="3000"/>
              <a:buNone/>
              <a:defRPr sz="3000">
                <a:solidFill>
                  <a:schemeClr val="lt2"/>
                </a:solidFill>
              </a:defRPr>
            </a:lvl6pPr>
            <a:lvl7pPr lvl="6" rtl="0">
              <a:spcBef>
                <a:spcPts val="800"/>
              </a:spcBef>
              <a:spcAft>
                <a:spcPts val="0"/>
              </a:spcAft>
              <a:buClr>
                <a:schemeClr val="lt2"/>
              </a:buClr>
              <a:buSzPts val="3000"/>
              <a:buNone/>
              <a:defRPr sz="3000">
                <a:solidFill>
                  <a:schemeClr val="lt2"/>
                </a:solidFill>
              </a:defRPr>
            </a:lvl7pPr>
            <a:lvl8pPr lvl="7" rtl="0">
              <a:spcBef>
                <a:spcPts val="800"/>
              </a:spcBef>
              <a:spcAft>
                <a:spcPts val="0"/>
              </a:spcAft>
              <a:buClr>
                <a:schemeClr val="lt2"/>
              </a:buClr>
              <a:buSzPts val="3000"/>
              <a:buNone/>
              <a:defRPr sz="3000">
                <a:solidFill>
                  <a:schemeClr val="lt2"/>
                </a:solidFill>
              </a:defRPr>
            </a:lvl8pPr>
            <a:lvl9pPr lvl="8" rtl="0">
              <a:spcBef>
                <a:spcPts val="800"/>
              </a:spcBef>
              <a:spcAft>
                <a:spcPts val="800"/>
              </a:spcAft>
              <a:buClr>
                <a:schemeClr val="lt2"/>
              </a:buClr>
              <a:buSzPts val="3000"/>
              <a:buNone/>
              <a:defRPr sz="3000">
                <a:solidFill>
                  <a:schemeClr val="lt2"/>
                </a:solidFill>
              </a:defRPr>
            </a:lvl9pPr>
          </a:lstStyle>
          <a:p>
            <a:endParaRPr/>
          </a:p>
        </p:txBody>
      </p:sp>
      <p:grpSp>
        <p:nvGrpSpPr>
          <p:cNvPr id="19" name="Google Shape;19;p3"/>
          <p:cNvGrpSpPr/>
          <p:nvPr/>
        </p:nvGrpSpPr>
        <p:grpSpPr>
          <a:xfrm>
            <a:off x="0" y="2550906"/>
            <a:ext cx="719125" cy="41700"/>
            <a:chOff x="0" y="2550906"/>
            <a:chExt cx="719125" cy="41700"/>
          </a:xfrm>
        </p:grpSpPr>
        <p:sp>
          <p:nvSpPr>
            <p:cNvPr id="20" name="Google Shape;20;p3"/>
            <p:cNvSpPr/>
            <p:nvPr/>
          </p:nvSpPr>
          <p:spPr>
            <a:xfrm>
              <a:off x="0" y="2550906"/>
              <a:ext cx="509100" cy="41700"/>
            </a:xfrm>
            <a:prstGeom prst="rect">
              <a:avLst/>
            </a:prstGeom>
            <a:gradFill>
              <a:gsLst>
                <a:gs pos="0">
                  <a:srgbClr val="FFFFFF">
                    <a:alpha val="29803"/>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506425" y="2550906"/>
              <a:ext cx="212700" cy="41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855300" y="836000"/>
            <a:ext cx="5307000" cy="396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29" name="Google Shape;29;p5"/>
          <p:cNvSpPr txBox="1">
            <a:spLocks noGrp="1"/>
          </p:cNvSpPr>
          <p:nvPr>
            <p:ph type="body" idx="1"/>
          </p:nvPr>
        </p:nvSpPr>
        <p:spPr>
          <a:xfrm>
            <a:off x="855300" y="1353948"/>
            <a:ext cx="5307000" cy="3033900"/>
          </a:xfrm>
          <a:prstGeom prst="rect">
            <a:avLst/>
          </a:prstGeom>
        </p:spPr>
        <p:txBody>
          <a:bodyPr spcFirstLastPara="1" wrap="square" lIns="0" tIns="0" rIns="0" bIns="0" anchor="t" anchorCtr="0">
            <a:noAutofit/>
          </a:bodyPr>
          <a:lstStyle>
            <a:lvl1pPr marL="457200" lvl="0" indent="-381000" rtl="0">
              <a:spcBef>
                <a:spcPts val="0"/>
              </a:spcBef>
              <a:spcAft>
                <a:spcPts val="0"/>
              </a:spcAft>
              <a:buSzPts val="2400"/>
              <a:buChar char="╸"/>
              <a:defRPr/>
            </a:lvl1pPr>
            <a:lvl2pPr marL="914400" lvl="1" indent="-381000" rtl="0">
              <a:spcBef>
                <a:spcPts val="800"/>
              </a:spcBef>
              <a:spcAft>
                <a:spcPts val="0"/>
              </a:spcAft>
              <a:buSzPts val="2400"/>
              <a:buChar char="‧"/>
              <a:defRPr/>
            </a:lvl2pPr>
            <a:lvl3pPr marL="1371600" lvl="2" indent="-381000" rtl="0">
              <a:spcBef>
                <a:spcPts val="800"/>
              </a:spcBef>
              <a:spcAft>
                <a:spcPts val="0"/>
              </a:spcAft>
              <a:buSzPts val="2400"/>
              <a:buChar char="‧"/>
              <a:defRPr/>
            </a:lvl3pPr>
            <a:lvl4pPr marL="1828800" lvl="3" indent="-381000" rtl="0">
              <a:spcBef>
                <a:spcPts val="800"/>
              </a:spcBef>
              <a:spcAft>
                <a:spcPts val="0"/>
              </a:spcAft>
              <a:buSzPts val="2400"/>
              <a:buChar char="●"/>
              <a:defRPr/>
            </a:lvl4pPr>
            <a:lvl5pPr marL="2286000" lvl="4" indent="-381000" rtl="0">
              <a:spcBef>
                <a:spcPts val="800"/>
              </a:spcBef>
              <a:spcAft>
                <a:spcPts val="0"/>
              </a:spcAft>
              <a:buSzPts val="2400"/>
              <a:buChar char="○"/>
              <a:defRPr/>
            </a:lvl5pPr>
            <a:lvl6pPr marL="2743200" lvl="5" indent="-381000" rtl="0">
              <a:spcBef>
                <a:spcPts val="800"/>
              </a:spcBef>
              <a:spcAft>
                <a:spcPts val="0"/>
              </a:spcAft>
              <a:buSzPts val="2400"/>
              <a:buChar char="■"/>
              <a:defRPr/>
            </a:lvl6pPr>
            <a:lvl7pPr marL="3200400" lvl="6" indent="-381000" rtl="0">
              <a:spcBef>
                <a:spcPts val="800"/>
              </a:spcBef>
              <a:spcAft>
                <a:spcPts val="0"/>
              </a:spcAft>
              <a:buSzPts val="2400"/>
              <a:buChar char="●"/>
              <a:defRPr/>
            </a:lvl7pPr>
            <a:lvl8pPr marL="3657600" lvl="7" indent="-381000" rtl="0">
              <a:spcBef>
                <a:spcPts val="800"/>
              </a:spcBef>
              <a:spcAft>
                <a:spcPts val="0"/>
              </a:spcAft>
              <a:buSzPts val="2400"/>
              <a:buChar char="○"/>
              <a:defRPr/>
            </a:lvl8pPr>
            <a:lvl9pPr marL="4114800" lvl="8" indent="-381000" rtl="0">
              <a:spcBef>
                <a:spcPts val="800"/>
              </a:spcBef>
              <a:spcAft>
                <a:spcPts val="800"/>
              </a:spcAft>
              <a:buSzPts val="2400"/>
              <a:buChar char="■"/>
              <a:defRPr/>
            </a:lvl9pPr>
          </a:lstStyle>
          <a:p>
            <a:endParaRPr/>
          </a:p>
        </p:txBody>
      </p:sp>
      <p:sp>
        <p:nvSpPr>
          <p:cNvPr id="30" name="Google Shape;30;p5"/>
          <p:cNvSpPr txBox="1">
            <a:spLocks noGrp="1"/>
          </p:cNvSpPr>
          <p:nvPr>
            <p:ph type="sldNum" idx="12"/>
          </p:nvPr>
        </p:nvSpPr>
        <p:spPr>
          <a:xfrm>
            <a:off x="8693400" y="4749850"/>
            <a:ext cx="450600" cy="3471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31" name="Google Shape;31;p5"/>
          <p:cNvGrpSpPr/>
          <p:nvPr/>
        </p:nvGrpSpPr>
        <p:grpSpPr>
          <a:xfrm>
            <a:off x="0" y="1120426"/>
            <a:ext cx="719125" cy="41709"/>
            <a:chOff x="0" y="1120426"/>
            <a:chExt cx="719125" cy="41709"/>
          </a:xfrm>
        </p:grpSpPr>
        <p:sp>
          <p:nvSpPr>
            <p:cNvPr id="32" name="Google Shape;32;p5"/>
            <p:cNvSpPr/>
            <p:nvPr/>
          </p:nvSpPr>
          <p:spPr>
            <a:xfrm>
              <a:off x="0" y="1120426"/>
              <a:ext cx="509100" cy="41700"/>
            </a:xfrm>
            <a:prstGeom prst="rect">
              <a:avLst/>
            </a:prstGeom>
            <a:gradFill>
              <a:gsLst>
                <a:gs pos="0">
                  <a:srgbClr val="FFFFFF">
                    <a:alpha val="29803"/>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5"/>
            <p:cNvSpPr/>
            <p:nvPr/>
          </p:nvSpPr>
          <p:spPr>
            <a:xfrm>
              <a:off x="506425" y="1120435"/>
              <a:ext cx="212700" cy="41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sp>
        <p:nvSpPr>
          <p:cNvPr id="64" name="Google Shape;64;p10"/>
          <p:cNvSpPr txBox="1">
            <a:spLocks noGrp="1"/>
          </p:cNvSpPr>
          <p:nvPr>
            <p:ph type="sldNum" idx="12"/>
          </p:nvPr>
        </p:nvSpPr>
        <p:spPr>
          <a:xfrm>
            <a:off x="8693400" y="4749850"/>
            <a:ext cx="450600" cy="3471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65" name="Google Shape;65;p10"/>
          <p:cNvGrpSpPr/>
          <p:nvPr/>
        </p:nvGrpSpPr>
        <p:grpSpPr>
          <a:xfrm>
            <a:off x="0" y="2550906"/>
            <a:ext cx="719125" cy="41700"/>
            <a:chOff x="0" y="2550906"/>
            <a:chExt cx="719125" cy="41700"/>
          </a:xfrm>
        </p:grpSpPr>
        <p:sp>
          <p:nvSpPr>
            <p:cNvPr id="66" name="Google Shape;66;p10"/>
            <p:cNvSpPr/>
            <p:nvPr/>
          </p:nvSpPr>
          <p:spPr>
            <a:xfrm>
              <a:off x="0" y="2550906"/>
              <a:ext cx="509100" cy="41700"/>
            </a:xfrm>
            <a:prstGeom prst="rect">
              <a:avLst/>
            </a:prstGeom>
            <a:gradFill>
              <a:gsLst>
                <a:gs pos="0">
                  <a:srgbClr val="FFFFFF">
                    <a:alpha val="29803"/>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0"/>
            <p:cNvSpPr/>
            <p:nvPr/>
          </p:nvSpPr>
          <p:spPr>
            <a:xfrm>
              <a:off x="506425" y="2550906"/>
              <a:ext cx="212700" cy="41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a:gsLst>
            <a:gs pos="0">
              <a:schemeClr val="accent5"/>
            </a:gs>
            <a:gs pos="100000">
              <a:schemeClr val="accent6"/>
            </a:gs>
          </a:gsLst>
          <a:path path="circle">
            <a:fillToRect l="100000" t="100000"/>
          </a:path>
          <a:tileRect r="-100000" b="-10000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55300" y="836000"/>
            <a:ext cx="5307000" cy="396300"/>
          </a:xfrm>
          <a:prstGeom prst="rect">
            <a:avLst/>
          </a:prstGeom>
          <a:noFill/>
          <a:ln>
            <a:noFill/>
          </a:ln>
        </p:spPr>
        <p:txBody>
          <a:bodyPr spcFirstLastPara="1" wrap="square" lIns="0" tIns="0" rIns="0" bIns="0" anchor="b" anchorCtr="0">
            <a:noAutofit/>
          </a:bodyPr>
          <a:lstStyle>
            <a:lvl1pPr lvl="0" rtl="0">
              <a:lnSpc>
                <a:spcPct val="90000"/>
              </a:lnSpc>
              <a:spcBef>
                <a:spcPts val="0"/>
              </a:spcBef>
              <a:spcAft>
                <a:spcPts val="0"/>
              </a:spcAft>
              <a:buClr>
                <a:schemeClr val="accent1"/>
              </a:buClr>
              <a:buSzPts val="2400"/>
              <a:buFont typeface="Barlow"/>
              <a:buNone/>
              <a:defRPr sz="2400" b="1">
                <a:solidFill>
                  <a:schemeClr val="accent1"/>
                </a:solidFill>
                <a:latin typeface="Barlow"/>
                <a:ea typeface="Barlow"/>
                <a:cs typeface="Barlow"/>
                <a:sym typeface="Barlow"/>
              </a:defRPr>
            </a:lvl1pPr>
            <a:lvl2pPr lvl="1" rtl="0">
              <a:lnSpc>
                <a:spcPct val="90000"/>
              </a:lnSpc>
              <a:spcBef>
                <a:spcPts val="0"/>
              </a:spcBef>
              <a:spcAft>
                <a:spcPts val="0"/>
              </a:spcAft>
              <a:buClr>
                <a:schemeClr val="accent1"/>
              </a:buClr>
              <a:buSzPts val="2400"/>
              <a:buFont typeface="Barlow"/>
              <a:buNone/>
              <a:defRPr sz="2400" b="1">
                <a:solidFill>
                  <a:schemeClr val="accent1"/>
                </a:solidFill>
                <a:latin typeface="Barlow"/>
                <a:ea typeface="Barlow"/>
                <a:cs typeface="Barlow"/>
                <a:sym typeface="Barlow"/>
              </a:defRPr>
            </a:lvl2pPr>
            <a:lvl3pPr lvl="2" rtl="0">
              <a:lnSpc>
                <a:spcPct val="90000"/>
              </a:lnSpc>
              <a:spcBef>
                <a:spcPts val="0"/>
              </a:spcBef>
              <a:spcAft>
                <a:spcPts val="0"/>
              </a:spcAft>
              <a:buClr>
                <a:schemeClr val="accent1"/>
              </a:buClr>
              <a:buSzPts val="2400"/>
              <a:buFont typeface="Barlow"/>
              <a:buNone/>
              <a:defRPr sz="2400" b="1">
                <a:solidFill>
                  <a:schemeClr val="accent1"/>
                </a:solidFill>
                <a:latin typeface="Barlow"/>
                <a:ea typeface="Barlow"/>
                <a:cs typeface="Barlow"/>
                <a:sym typeface="Barlow"/>
              </a:defRPr>
            </a:lvl3pPr>
            <a:lvl4pPr lvl="3" rtl="0">
              <a:lnSpc>
                <a:spcPct val="90000"/>
              </a:lnSpc>
              <a:spcBef>
                <a:spcPts val="0"/>
              </a:spcBef>
              <a:spcAft>
                <a:spcPts val="0"/>
              </a:spcAft>
              <a:buClr>
                <a:schemeClr val="accent1"/>
              </a:buClr>
              <a:buSzPts val="2400"/>
              <a:buFont typeface="Barlow"/>
              <a:buNone/>
              <a:defRPr sz="2400" b="1">
                <a:solidFill>
                  <a:schemeClr val="accent1"/>
                </a:solidFill>
                <a:latin typeface="Barlow"/>
                <a:ea typeface="Barlow"/>
                <a:cs typeface="Barlow"/>
                <a:sym typeface="Barlow"/>
              </a:defRPr>
            </a:lvl4pPr>
            <a:lvl5pPr lvl="4" rtl="0">
              <a:lnSpc>
                <a:spcPct val="90000"/>
              </a:lnSpc>
              <a:spcBef>
                <a:spcPts val="0"/>
              </a:spcBef>
              <a:spcAft>
                <a:spcPts val="0"/>
              </a:spcAft>
              <a:buClr>
                <a:schemeClr val="accent1"/>
              </a:buClr>
              <a:buSzPts val="2400"/>
              <a:buFont typeface="Barlow"/>
              <a:buNone/>
              <a:defRPr sz="2400" b="1">
                <a:solidFill>
                  <a:schemeClr val="accent1"/>
                </a:solidFill>
                <a:latin typeface="Barlow"/>
                <a:ea typeface="Barlow"/>
                <a:cs typeface="Barlow"/>
                <a:sym typeface="Barlow"/>
              </a:defRPr>
            </a:lvl5pPr>
            <a:lvl6pPr lvl="5" rtl="0">
              <a:lnSpc>
                <a:spcPct val="90000"/>
              </a:lnSpc>
              <a:spcBef>
                <a:spcPts val="0"/>
              </a:spcBef>
              <a:spcAft>
                <a:spcPts val="0"/>
              </a:spcAft>
              <a:buClr>
                <a:schemeClr val="accent1"/>
              </a:buClr>
              <a:buSzPts val="2400"/>
              <a:buFont typeface="Barlow"/>
              <a:buNone/>
              <a:defRPr sz="2400" b="1">
                <a:solidFill>
                  <a:schemeClr val="accent1"/>
                </a:solidFill>
                <a:latin typeface="Barlow"/>
                <a:ea typeface="Barlow"/>
                <a:cs typeface="Barlow"/>
                <a:sym typeface="Barlow"/>
              </a:defRPr>
            </a:lvl6pPr>
            <a:lvl7pPr lvl="6" rtl="0">
              <a:lnSpc>
                <a:spcPct val="90000"/>
              </a:lnSpc>
              <a:spcBef>
                <a:spcPts val="0"/>
              </a:spcBef>
              <a:spcAft>
                <a:spcPts val="0"/>
              </a:spcAft>
              <a:buClr>
                <a:schemeClr val="accent1"/>
              </a:buClr>
              <a:buSzPts val="2400"/>
              <a:buFont typeface="Barlow"/>
              <a:buNone/>
              <a:defRPr sz="2400" b="1">
                <a:solidFill>
                  <a:schemeClr val="accent1"/>
                </a:solidFill>
                <a:latin typeface="Barlow"/>
                <a:ea typeface="Barlow"/>
                <a:cs typeface="Barlow"/>
                <a:sym typeface="Barlow"/>
              </a:defRPr>
            </a:lvl7pPr>
            <a:lvl8pPr lvl="7" rtl="0">
              <a:lnSpc>
                <a:spcPct val="90000"/>
              </a:lnSpc>
              <a:spcBef>
                <a:spcPts val="0"/>
              </a:spcBef>
              <a:spcAft>
                <a:spcPts val="0"/>
              </a:spcAft>
              <a:buClr>
                <a:schemeClr val="accent1"/>
              </a:buClr>
              <a:buSzPts val="2400"/>
              <a:buFont typeface="Barlow"/>
              <a:buNone/>
              <a:defRPr sz="2400" b="1">
                <a:solidFill>
                  <a:schemeClr val="accent1"/>
                </a:solidFill>
                <a:latin typeface="Barlow"/>
                <a:ea typeface="Barlow"/>
                <a:cs typeface="Barlow"/>
                <a:sym typeface="Barlow"/>
              </a:defRPr>
            </a:lvl8pPr>
            <a:lvl9pPr lvl="8" rtl="0">
              <a:lnSpc>
                <a:spcPct val="90000"/>
              </a:lnSpc>
              <a:spcBef>
                <a:spcPts val="0"/>
              </a:spcBef>
              <a:spcAft>
                <a:spcPts val="0"/>
              </a:spcAft>
              <a:buClr>
                <a:schemeClr val="accent1"/>
              </a:buClr>
              <a:buSzPts val="2400"/>
              <a:buFont typeface="Barlow"/>
              <a:buNone/>
              <a:defRPr sz="2400" b="1">
                <a:solidFill>
                  <a:schemeClr val="accent1"/>
                </a:solidFill>
                <a:latin typeface="Barlow"/>
                <a:ea typeface="Barlow"/>
                <a:cs typeface="Barlow"/>
                <a:sym typeface="Barlow"/>
              </a:defRPr>
            </a:lvl9pPr>
          </a:lstStyle>
          <a:p>
            <a:endParaRPr/>
          </a:p>
        </p:txBody>
      </p:sp>
      <p:sp>
        <p:nvSpPr>
          <p:cNvPr id="7" name="Google Shape;7;p1"/>
          <p:cNvSpPr txBox="1">
            <a:spLocks noGrp="1"/>
          </p:cNvSpPr>
          <p:nvPr>
            <p:ph type="body" idx="1"/>
          </p:nvPr>
        </p:nvSpPr>
        <p:spPr>
          <a:xfrm>
            <a:off x="855300" y="1353948"/>
            <a:ext cx="5307000" cy="3033900"/>
          </a:xfrm>
          <a:prstGeom prst="rect">
            <a:avLst/>
          </a:prstGeom>
          <a:noFill/>
          <a:ln>
            <a:noFill/>
          </a:ln>
        </p:spPr>
        <p:txBody>
          <a:bodyPr spcFirstLastPara="1" wrap="square" lIns="0" tIns="0" rIns="0" bIns="0" anchor="t" anchorCtr="0">
            <a:noAutofit/>
          </a:bodyPr>
          <a:lstStyle>
            <a:lvl1pPr marL="457200" lvl="0" indent="-381000" rtl="0">
              <a:lnSpc>
                <a:spcPct val="115000"/>
              </a:lnSpc>
              <a:spcBef>
                <a:spcPts val="0"/>
              </a:spcBef>
              <a:spcAft>
                <a:spcPts val="0"/>
              </a:spcAft>
              <a:buClr>
                <a:schemeClr val="lt2"/>
              </a:buClr>
              <a:buSzPts val="2400"/>
              <a:buFont typeface="Barlow Light"/>
              <a:buChar char="╸"/>
              <a:defRPr sz="2400">
                <a:solidFill>
                  <a:schemeClr val="dk1"/>
                </a:solidFill>
                <a:latin typeface="Barlow Light"/>
                <a:ea typeface="Barlow Light"/>
                <a:cs typeface="Barlow Light"/>
                <a:sym typeface="Barlow Light"/>
              </a:defRPr>
            </a:lvl1pPr>
            <a:lvl2pPr marL="914400" lvl="1" indent="-381000" rtl="0">
              <a:lnSpc>
                <a:spcPct val="115000"/>
              </a:lnSpc>
              <a:spcBef>
                <a:spcPts val="800"/>
              </a:spcBef>
              <a:spcAft>
                <a:spcPts val="0"/>
              </a:spcAft>
              <a:buClr>
                <a:schemeClr val="lt2"/>
              </a:buClr>
              <a:buSzPts val="2400"/>
              <a:buFont typeface="Barlow Light"/>
              <a:buChar char="‧"/>
              <a:defRPr sz="2400">
                <a:solidFill>
                  <a:schemeClr val="dk1"/>
                </a:solidFill>
                <a:latin typeface="Barlow Light"/>
                <a:ea typeface="Barlow Light"/>
                <a:cs typeface="Barlow Light"/>
                <a:sym typeface="Barlow Light"/>
              </a:defRPr>
            </a:lvl2pPr>
            <a:lvl3pPr marL="1371600" lvl="2" indent="-381000" rtl="0">
              <a:lnSpc>
                <a:spcPct val="115000"/>
              </a:lnSpc>
              <a:spcBef>
                <a:spcPts val="800"/>
              </a:spcBef>
              <a:spcAft>
                <a:spcPts val="0"/>
              </a:spcAft>
              <a:buClr>
                <a:schemeClr val="lt2"/>
              </a:buClr>
              <a:buSzPts val="2400"/>
              <a:buFont typeface="Barlow Light"/>
              <a:buChar char="‧"/>
              <a:defRPr sz="2400">
                <a:solidFill>
                  <a:schemeClr val="dk1"/>
                </a:solidFill>
                <a:latin typeface="Barlow Light"/>
                <a:ea typeface="Barlow Light"/>
                <a:cs typeface="Barlow Light"/>
                <a:sym typeface="Barlow Light"/>
              </a:defRPr>
            </a:lvl3pPr>
            <a:lvl4pPr marL="1828800" lvl="3" indent="-381000" rtl="0">
              <a:lnSpc>
                <a:spcPct val="115000"/>
              </a:lnSpc>
              <a:spcBef>
                <a:spcPts val="80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4pPr>
            <a:lvl5pPr marL="2286000" lvl="4" indent="-381000" rtl="0">
              <a:lnSpc>
                <a:spcPct val="115000"/>
              </a:lnSpc>
              <a:spcBef>
                <a:spcPts val="80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5pPr>
            <a:lvl6pPr marL="2743200" lvl="5" indent="-381000" rtl="0">
              <a:lnSpc>
                <a:spcPct val="115000"/>
              </a:lnSpc>
              <a:spcBef>
                <a:spcPts val="80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6pPr>
            <a:lvl7pPr marL="3200400" lvl="6" indent="-381000" rtl="0">
              <a:lnSpc>
                <a:spcPct val="115000"/>
              </a:lnSpc>
              <a:spcBef>
                <a:spcPts val="80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7pPr>
            <a:lvl8pPr marL="3657600" lvl="7" indent="-381000" rtl="0">
              <a:lnSpc>
                <a:spcPct val="115000"/>
              </a:lnSpc>
              <a:spcBef>
                <a:spcPts val="80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8pPr>
            <a:lvl9pPr marL="4114800" lvl="8" indent="-381000" rtl="0">
              <a:lnSpc>
                <a:spcPct val="115000"/>
              </a:lnSpc>
              <a:spcBef>
                <a:spcPts val="800"/>
              </a:spcBef>
              <a:spcAft>
                <a:spcPts val="800"/>
              </a:spcAft>
              <a:buClr>
                <a:schemeClr val="dk1"/>
              </a:buClr>
              <a:buSzPts val="2400"/>
              <a:buFont typeface="Barlow Light"/>
              <a:buChar char="■"/>
              <a:defRPr sz="2400">
                <a:solidFill>
                  <a:schemeClr val="dk1"/>
                </a:solidFill>
                <a:latin typeface="Barlow Light"/>
                <a:ea typeface="Barlow Light"/>
                <a:cs typeface="Barlow Light"/>
                <a:sym typeface="Barlow Light"/>
              </a:defRPr>
            </a:lvl9pPr>
          </a:lstStyle>
          <a:p>
            <a:endParaRPr/>
          </a:p>
        </p:txBody>
      </p:sp>
      <p:sp>
        <p:nvSpPr>
          <p:cNvPr id="8" name="Google Shape;8;p1"/>
          <p:cNvSpPr txBox="1">
            <a:spLocks noGrp="1"/>
          </p:cNvSpPr>
          <p:nvPr>
            <p:ph type="sldNum" idx="12"/>
          </p:nvPr>
        </p:nvSpPr>
        <p:spPr>
          <a:xfrm>
            <a:off x="8693400" y="4749850"/>
            <a:ext cx="450600" cy="347100"/>
          </a:xfrm>
          <a:prstGeom prst="rect">
            <a:avLst/>
          </a:prstGeom>
          <a:noFill/>
          <a:ln>
            <a:noFill/>
          </a:ln>
        </p:spPr>
        <p:txBody>
          <a:bodyPr spcFirstLastPara="1" wrap="square" lIns="0" tIns="0" rIns="0" bIns="0" anchor="ctr" anchorCtr="0">
            <a:noAutofit/>
          </a:bodyPr>
          <a:lstStyle>
            <a:lvl1pPr lvl="0" algn="ctr" rtl="0">
              <a:buNone/>
              <a:defRPr sz="1300">
                <a:solidFill>
                  <a:schemeClr val="accent2"/>
                </a:solidFill>
                <a:latin typeface="Barlow Light"/>
                <a:ea typeface="Barlow Light"/>
                <a:cs typeface="Barlow Light"/>
                <a:sym typeface="Barlow Light"/>
              </a:defRPr>
            </a:lvl1pPr>
            <a:lvl2pPr lvl="1" algn="ctr" rtl="0">
              <a:buNone/>
              <a:defRPr sz="1300">
                <a:solidFill>
                  <a:schemeClr val="accent2"/>
                </a:solidFill>
                <a:latin typeface="Barlow Light"/>
                <a:ea typeface="Barlow Light"/>
                <a:cs typeface="Barlow Light"/>
                <a:sym typeface="Barlow Light"/>
              </a:defRPr>
            </a:lvl2pPr>
            <a:lvl3pPr lvl="2" algn="ctr" rtl="0">
              <a:buNone/>
              <a:defRPr sz="1300">
                <a:solidFill>
                  <a:schemeClr val="accent2"/>
                </a:solidFill>
                <a:latin typeface="Barlow Light"/>
                <a:ea typeface="Barlow Light"/>
                <a:cs typeface="Barlow Light"/>
                <a:sym typeface="Barlow Light"/>
              </a:defRPr>
            </a:lvl3pPr>
            <a:lvl4pPr lvl="3" algn="ctr" rtl="0">
              <a:buNone/>
              <a:defRPr sz="1300">
                <a:solidFill>
                  <a:schemeClr val="accent2"/>
                </a:solidFill>
                <a:latin typeface="Barlow Light"/>
                <a:ea typeface="Barlow Light"/>
                <a:cs typeface="Barlow Light"/>
                <a:sym typeface="Barlow Light"/>
              </a:defRPr>
            </a:lvl4pPr>
            <a:lvl5pPr lvl="4" algn="ctr" rtl="0">
              <a:buNone/>
              <a:defRPr sz="1300">
                <a:solidFill>
                  <a:schemeClr val="accent2"/>
                </a:solidFill>
                <a:latin typeface="Barlow Light"/>
                <a:ea typeface="Barlow Light"/>
                <a:cs typeface="Barlow Light"/>
                <a:sym typeface="Barlow Light"/>
              </a:defRPr>
            </a:lvl5pPr>
            <a:lvl6pPr lvl="5" algn="ctr" rtl="0">
              <a:buNone/>
              <a:defRPr sz="1300">
                <a:solidFill>
                  <a:schemeClr val="accent2"/>
                </a:solidFill>
                <a:latin typeface="Barlow Light"/>
                <a:ea typeface="Barlow Light"/>
                <a:cs typeface="Barlow Light"/>
                <a:sym typeface="Barlow Light"/>
              </a:defRPr>
            </a:lvl6pPr>
            <a:lvl7pPr lvl="6" algn="ctr" rtl="0">
              <a:buNone/>
              <a:defRPr sz="1300">
                <a:solidFill>
                  <a:schemeClr val="accent2"/>
                </a:solidFill>
                <a:latin typeface="Barlow Light"/>
                <a:ea typeface="Barlow Light"/>
                <a:cs typeface="Barlow Light"/>
                <a:sym typeface="Barlow Light"/>
              </a:defRPr>
            </a:lvl7pPr>
            <a:lvl8pPr lvl="7" algn="ctr" rtl="0">
              <a:buNone/>
              <a:defRPr sz="1300">
                <a:solidFill>
                  <a:schemeClr val="accent2"/>
                </a:solidFill>
                <a:latin typeface="Barlow Light"/>
                <a:ea typeface="Barlow Light"/>
                <a:cs typeface="Barlow Light"/>
                <a:sym typeface="Barlow Light"/>
              </a:defRPr>
            </a:lvl8pPr>
            <a:lvl9pPr lvl="8" algn="ctr" rtl="0">
              <a:buNone/>
              <a:defRPr sz="1300">
                <a:solidFill>
                  <a:schemeClr val="accent2"/>
                </a:solidFill>
                <a:latin typeface="Barlow Light"/>
                <a:ea typeface="Barlow Light"/>
                <a:cs typeface="Barlow Light"/>
                <a:sym typeface="Barlow Light"/>
              </a:defRPr>
            </a:lvl9pPr>
          </a:lstStyle>
          <a:p>
            <a:pPr marL="0" lvl="0" indent="0" algn="ctr" rtl="0">
              <a:spcBef>
                <a:spcPts val="0"/>
              </a:spcBef>
              <a:spcAft>
                <a:spcPts val="0"/>
              </a:spcAft>
              <a:buNone/>
            </a:pPr>
            <a:fld id="{00000000-1234-1234-1234-123412341234}" type="slidenum">
              <a:rPr lang="en"/>
              <a:t>‹#›</a:t>
            </a:fld>
            <a:endParaRPr/>
          </a:p>
        </p:txBody>
      </p:sp>
      <p:sp>
        <p:nvSpPr>
          <p:cNvPr id="9" name="Google Shape;9;p1"/>
          <p:cNvSpPr/>
          <p:nvPr/>
        </p:nvSpPr>
        <p:spPr>
          <a:xfrm>
            <a:off x="0" y="5096950"/>
            <a:ext cx="8719800" cy="46500"/>
          </a:xfrm>
          <a:prstGeom prst="rect">
            <a:avLst/>
          </a:prstGeom>
          <a:gradFill>
            <a:gsLst>
              <a:gs pos="0">
                <a:srgbClr val="FFFFFF">
                  <a:alpha val="29803"/>
                </a:srgbClr>
              </a:gs>
              <a:gs pos="100000">
                <a:srgbClr val="FFFFFF">
                  <a:alpha val="0"/>
                </a:srgbClr>
              </a:gs>
            </a:gsLst>
            <a:lin ang="10800000" scaled="0"/>
          </a:gradFill>
          <a:ln>
            <a:noFill/>
          </a:ln>
        </p:spPr>
        <p:txBody>
          <a:bodyPr spcFirstLastPara="1" wrap="square" lIns="91425" tIns="91425" rIns="91425" bIns="91425" anchor="ctr" anchorCtr="0">
            <a:noAutofit/>
          </a:bodyPr>
          <a:lstStyle/>
          <a:p>
            <a:pPr marL="0" lvl="0" indent="0">
              <a:buNone/>
            </a:pPr>
            <a:endParaRPr/>
          </a:p>
        </p:txBody>
      </p:sp>
      <p:sp>
        <p:nvSpPr>
          <p:cNvPr id="10" name="Google Shape;10;p1"/>
          <p:cNvSpPr/>
          <p:nvPr/>
        </p:nvSpPr>
        <p:spPr>
          <a:xfrm>
            <a:off x="8693400" y="5096950"/>
            <a:ext cx="450600" cy="46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6" r:id="rId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6159" y="536198"/>
            <a:ext cx="4576344" cy="4380404"/>
          </a:xfrm>
          <a:prstGeom prst="rect">
            <a:avLst/>
          </a:prstGeom>
        </p:spPr>
      </p:pic>
      <p:sp>
        <p:nvSpPr>
          <p:cNvPr id="72" name="Google Shape;72;p11"/>
          <p:cNvSpPr txBox="1">
            <a:spLocks noGrp="1"/>
          </p:cNvSpPr>
          <p:nvPr>
            <p:ph type="ctrTitle"/>
          </p:nvPr>
        </p:nvSpPr>
        <p:spPr>
          <a:xfrm>
            <a:off x="756518" y="1256478"/>
            <a:ext cx="5098273" cy="2678472"/>
          </a:xfrm>
          <a:prstGeom prst="rect">
            <a:avLst/>
          </a:prstGeom>
        </p:spPr>
        <p:txBody>
          <a:bodyPr spcFirstLastPara="1" wrap="square" lIns="0" tIns="0" rIns="0" bIns="0" anchor="ctr" anchorCtr="0">
            <a:noAutofit/>
          </a:bodyPr>
          <a:lstStyle/>
          <a:p>
            <a:pPr lvl="0"/>
            <a:r>
              <a:rPr lang="en-US" dirty="0" smtClean="0"/>
              <a:t>CONSTRUCTION</a:t>
            </a:r>
            <a:br>
              <a:rPr lang="en-US" dirty="0" smtClean="0"/>
            </a:br>
            <a:r>
              <a:rPr lang="en-US" dirty="0" smtClean="0">
                <a:solidFill>
                  <a:schemeClr val="accent1">
                    <a:lumMod val="20000"/>
                    <a:lumOff val="80000"/>
                  </a:schemeClr>
                </a:solidFill>
              </a:rPr>
              <a:t>SHOP MANAGEMENT </a:t>
            </a:r>
            <a:r>
              <a:rPr lang="en-US" dirty="0" smtClean="0"/>
              <a:t>SYSTEM</a:t>
            </a:r>
            <a:endParaRPr lang="en-US" dirty="0">
              <a:solidFill>
                <a:schemeClr val="lt2"/>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3" name="Rectangle 2"/>
          <p:cNvSpPr/>
          <p:nvPr/>
        </p:nvSpPr>
        <p:spPr>
          <a:xfrm>
            <a:off x="114902" y="3663865"/>
            <a:ext cx="4536038" cy="1200329"/>
          </a:xfrm>
          <a:prstGeom prst="rect">
            <a:avLst/>
          </a:prstGeom>
        </p:spPr>
        <p:txBody>
          <a:bodyPr wrap="square">
            <a:spAutoFit/>
          </a:bodyPr>
          <a:lstStyle/>
          <a:p>
            <a:pPr fontAlgn="t">
              <a:lnSpc>
                <a:spcPct val="150000"/>
              </a:lnSpc>
            </a:pPr>
            <a:r>
              <a:rPr lang="en-US" sz="1200" dirty="0" smtClean="0">
                <a:solidFill>
                  <a:schemeClr val="tx1">
                    <a:lumMod val="65000"/>
                  </a:schemeClr>
                </a:solidFill>
                <a:effectLst/>
              </a:rPr>
              <a:t>NAME		ID</a:t>
            </a:r>
          </a:p>
          <a:p>
            <a:pPr fontAlgn="t">
              <a:lnSpc>
                <a:spcPct val="150000"/>
              </a:lnSpc>
            </a:pPr>
            <a:r>
              <a:rPr lang="en-US" sz="1200" dirty="0" smtClean="0">
                <a:solidFill>
                  <a:schemeClr val="accent1"/>
                </a:solidFill>
                <a:effectLst/>
              </a:rPr>
              <a:t>MD</a:t>
            </a:r>
            <a:r>
              <a:rPr lang="en-US" sz="1200" dirty="0">
                <a:solidFill>
                  <a:schemeClr val="accent1"/>
                </a:solidFill>
                <a:effectLst/>
              </a:rPr>
              <a:t>. MEHRAZ </a:t>
            </a:r>
            <a:r>
              <a:rPr lang="en-US" sz="1200" dirty="0" smtClean="0">
                <a:solidFill>
                  <a:schemeClr val="accent1"/>
                </a:solidFill>
                <a:effectLst/>
              </a:rPr>
              <a:t>HOSEN</a:t>
            </a:r>
            <a:r>
              <a:rPr lang="en-US" sz="1200" dirty="0">
                <a:solidFill>
                  <a:schemeClr val="accent1"/>
                </a:solidFill>
                <a:effectLst/>
              </a:rPr>
              <a:t>	</a:t>
            </a:r>
            <a:r>
              <a:rPr lang="en-US" sz="1200" dirty="0" smtClean="0">
                <a:solidFill>
                  <a:schemeClr val="accent1"/>
                </a:solidFill>
                <a:effectLst/>
              </a:rPr>
              <a:t>19202103122</a:t>
            </a:r>
            <a:endParaRPr lang="en-US" sz="1200" dirty="0">
              <a:solidFill>
                <a:schemeClr val="accent1"/>
              </a:solidFill>
              <a:effectLst/>
            </a:endParaRPr>
          </a:p>
          <a:p>
            <a:pPr fontAlgn="t">
              <a:lnSpc>
                <a:spcPct val="150000"/>
              </a:lnSpc>
            </a:pPr>
            <a:r>
              <a:rPr lang="en-US" sz="1200" dirty="0" smtClean="0">
                <a:solidFill>
                  <a:schemeClr val="accent1"/>
                </a:solidFill>
                <a:effectLst/>
              </a:rPr>
              <a:t>SMARANIKA SARKER</a:t>
            </a:r>
            <a:r>
              <a:rPr lang="en-US" sz="1200" dirty="0">
                <a:solidFill>
                  <a:schemeClr val="accent1"/>
                </a:solidFill>
                <a:effectLst/>
              </a:rPr>
              <a:t>	</a:t>
            </a:r>
            <a:r>
              <a:rPr lang="en-US" sz="1200" dirty="0" smtClean="0">
                <a:solidFill>
                  <a:schemeClr val="accent1"/>
                </a:solidFill>
                <a:effectLst/>
              </a:rPr>
              <a:t>19202103138</a:t>
            </a:r>
            <a:endParaRPr lang="en-US" sz="1200" dirty="0">
              <a:solidFill>
                <a:schemeClr val="accent1"/>
              </a:solidFill>
              <a:effectLst/>
            </a:endParaRPr>
          </a:p>
          <a:p>
            <a:pPr fontAlgn="t">
              <a:lnSpc>
                <a:spcPct val="150000"/>
              </a:lnSpc>
            </a:pPr>
            <a:r>
              <a:rPr lang="en-US" sz="1200" dirty="0" smtClean="0">
                <a:solidFill>
                  <a:schemeClr val="accent1"/>
                </a:solidFill>
                <a:effectLst/>
              </a:rPr>
              <a:t>JOINAB </a:t>
            </a:r>
            <a:r>
              <a:rPr lang="en-US" sz="1200" dirty="0">
                <a:solidFill>
                  <a:schemeClr val="accent1"/>
                </a:solidFill>
                <a:effectLst/>
              </a:rPr>
              <a:t>BINTE </a:t>
            </a:r>
            <a:r>
              <a:rPr lang="en-US" sz="1200" dirty="0" smtClean="0">
                <a:solidFill>
                  <a:schemeClr val="accent1"/>
                </a:solidFill>
                <a:effectLst/>
              </a:rPr>
              <a:t>JANNAT</a:t>
            </a:r>
            <a:r>
              <a:rPr lang="en-US" sz="1200" dirty="0">
                <a:solidFill>
                  <a:schemeClr val="accent1"/>
                </a:solidFill>
                <a:effectLst/>
              </a:rPr>
              <a:t>	</a:t>
            </a:r>
            <a:r>
              <a:rPr lang="en-US" sz="1200" dirty="0" smtClean="0">
                <a:solidFill>
                  <a:schemeClr val="accent1"/>
                </a:solidFill>
                <a:effectLst/>
              </a:rPr>
              <a:t>19202103139</a:t>
            </a:r>
            <a:endParaRPr lang="en-US" sz="1200" dirty="0">
              <a:solidFill>
                <a:schemeClr val="accent1"/>
              </a:solidFill>
              <a:effectLst/>
            </a:endParaRPr>
          </a:p>
        </p:txBody>
      </p:sp>
      <p:sp>
        <p:nvSpPr>
          <p:cNvPr id="10" name="Google Shape;224;p17"/>
          <p:cNvSpPr txBox="1">
            <a:spLocks/>
          </p:cNvSpPr>
          <p:nvPr/>
        </p:nvSpPr>
        <p:spPr>
          <a:xfrm>
            <a:off x="238730" y="-155425"/>
            <a:ext cx="6915105" cy="1823068"/>
          </a:xfrm>
          <a:prstGeom prst="rect">
            <a:avLst/>
          </a:prstGeom>
          <a:noFill/>
          <a:ln>
            <a:noFill/>
          </a:ln>
          <a:effectLst/>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9pPr>
          </a:lstStyle>
          <a:p>
            <a:r>
              <a:rPr lang="en-US" sz="5400" dirty="0" smtClean="0">
                <a:solidFill>
                  <a:schemeClr val="bg1"/>
                </a:solidFill>
                <a:effectLst>
                  <a:reflection blurRad="6350" stA="55000" endA="300" endPos="45500" dir="5400000" sy="-100000" algn="bl" rotWithShape="0"/>
                </a:effectLst>
              </a:rPr>
              <a:t>BLACK-BARD</a:t>
            </a:r>
            <a:endParaRPr lang="en-US" sz="5400" dirty="0">
              <a:solidFill>
                <a:schemeClr val="bg1"/>
              </a:solidFill>
              <a:effectLst>
                <a:reflection blurRad="6350" stA="55000" endA="300" endPos="45500" dir="5400000" sy="-100000" algn="bl" rotWithShape="0"/>
              </a:effectLst>
            </a:endParaRPr>
          </a:p>
        </p:txBody>
      </p:sp>
      <p:grpSp>
        <p:nvGrpSpPr>
          <p:cNvPr id="5" name="Grupo 18">
            <a:extLst>
              <a:ext uri="{FF2B5EF4-FFF2-40B4-BE49-F238E27FC236}">
                <a16:creationId xmlns="" xmlns:a16="http://schemas.microsoft.com/office/drawing/2014/main" id="{A693037F-A792-2F45-9478-74DFE3731C24}"/>
              </a:ext>
            </a:extLst>
          </p:cNvPr>
          <p:cNvGrpSpPr/>
          <p:nvPr/>
        </p:nvGrpSpPr>
        <p:grpSpPr>
          <a:xfrm>
            <a:off x="5462841" y="474986"/>
            <a:ext cx="3381987" cy="4353278"/>
            <a:chOff x="3998997" y="4088541"/>
            <a:chExt cx="531032" cy="683542"/>
          </a:xfrm>
        </p:grpSpPr>
        <p:sp>
          <p:nvSpPr>
            <p:cNvPr id="6" name="Google Shape;1218;p46"/>
            <p:cNvSpPr/>
            <p:nvPr/>
          </p:nvSpPr>
          <p:spPr>
            <a:xfrm>
              <a:off x="4219109" y="4263079"/>
              <a:ext cx="183842" cy="187662"/>
            </a:xfrm>
            <a:custGeom>
              <a:avLst/>
              <a:gdLst/>
              <a:ahLst/>
              <a:cxnLst/>
              <a:rect l="l" t="t" r="r" b="b"/>
              <a:pathLst>
                <a:path w="1838418" h="1876620" extrusionOk="0">
                  <a:moveTo>
                    <a:pt x="919209" y="108854"/>
                  </a:moveTo>
                  <a:cubicBezTo>
                    <a:pt x="453920" y="-162655"/>
                    <a:pt x="69261" y="91099"/>
                    <a:pt x="1206" y="677025"/>
                  </a:cubicBezTo>
                  <a:cubicBezTo>
                    <a:pt x="-10630" y="778378"/>
                    <a:pt x="66302" y="912283"/>
                    <a:pt x="160247" y="967029"/>
                  </a:cubicBezTo>
                  <a:lnTo>
                    <a:pt x="1678171" y="1853316"/>
                  </a:lnTo>
                  <a:cubicBezTo>
                    <a:pt x="1772116" y="1908062"/>
                    <a:pt x="1849048" y="1863673"/>
                    <a:pt x="1837213" y="1748264"/>
                  </a:cubicBezTo>
                  <a:cubicBezTo>
                    <a:pt x="1769157" y="1084658"/>
                    <a:pt x="1384499" y="380363"/>
                    <a:pt x="919209" y="108854"/>
                  </a:cubicBezTo>
                  <a:close/>
                </a:path>
              </a:pathLst>
            </a:custGeom>
            <a:solidFill>
              <a:srgbClr val="FFFFFF">
                <a:alpha val="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 name="Google Shape;1219;p46"/>
            <p:cNvSpPr/>
            <p:nvPr/>
          </p:nvSpPr>
          <p:spPr>
            <a:xfrm>
              <a:off x="4258319" y="4088541"/>
              <a:ext cx="104450" cy="158683"/>
            </a:xfrm>
            <a:custGeom>
              <a:avLst/>
              <a:gdLst/>
              <a:ahLst/>
              <a:cxnLst/>
              <a:rect l="l" t="t" r="r" b="b"/>
              <a:pathLst>
                <a:path w="1044496" h="1586832" extrusionOk="0">
                  <a:moveTo>
                    <a:pt x="1044497" y="1098586"/>
                  </a:moveTo>
                  <a:cubicBezTo>
                    <a:pt x="1044497" y="1503260"/>
                    <a:pt x="810743" y="1694130"/>
                    <a:pt x="522249" y="1525454"/>
                  </a:cubicBezTo>
                  <a:cubicBezTo>
                    <a:pt x="233754" y="1356778"/>
                    <a:pt x="0" y="892920"/>
                    <a:pt x="0" y="488246"/>
                  </a:cubicBezTo>
                  <a:cubicBezTo>
                    <a:pt x="0" y="83573"/>
                    <a:pt x="233754" y="-107297"/>
                    <a:pt x="522249" y="61378"/>
                  </a:cubicBezTo>
                  <a:cubicBezTo>
                    <a:pt x="810743" y="230054"/>
                    <a:pt x="1044497" y="693912"/>
                    <a:pt x="1044497" y="1098586"/>
                  </a:cubicBezTo>
                  <a:close/>
                </a:path>
              </a:pathLst>
            </a:custGeom>
            <a:solidFill>
              <a:srgbClr val="FFFFFF">
                <a:alpha val="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8" name="Google Shape;1220;p46"/>
            <p:cNvSpPr/>
            <p:nvPr/>
          </p:nvSpPr>
          <p:spPr>
            <a:xfrm>
              <a:off x="4189312" y="4287277"/>
              <a:ext cx="183842" cy="187662"/>
            </a:xfrm>
            <a:custGeom>
              <a:avLst/>
              <a:gdLst/>
              <a:ahLst/>
              <a:cxnLst/>
              <a:rect l="l" t="t" r="r" b="b"/>
              <a:pathLst>
                <a:path w="1838418" h="1876619" extrusionOk="0">
                  <a:moveTo>
                    <a:pt x="919209" y="108854"/>
                  </a:moveTo>
                  <a:cubicBezTo>
                    <a:pt x="453920" y="-162655"/>
                    <a:pt x="69261" y="91098"/>
                    <a:pt x="1206" y="677025"/>
                  </a:cubicBezTo>
                  <a:cubicBezTo>
                    <a:pt x="-10630" y="778378"/>
                    <a:pt x="66302" y="912283"/>
                    <a:pt x="160247" y="967029"/>
                  </a:cubicBezTo>
                  <a:lnTo>
                    <a:pt x="1678171" y="1853316"/>
                  </a:lnTo>
                  <a:cubicBezTo>
                    <a:pt x="1772116" y="1908062"/>
                    <a:pt x="1849048" y="1863673"/>
                    <a:pt x="1837213" y="1748264"/>
                  </a:cubicBezTo>
                  <a:cubicBezTo>
                    <a:pt x="1769158" y="1084658"/>
                    <a:pt x="1383759" y="380363"/>
                    <a:pt x="919209" y="108854"/>
                  </a:cubicBezTo>
                  <a:close/>
                </a:path>
              </a:pathLst>
            </a:custGeom>
            <a:gradFill>
              <a:gsLst>
                <a:gs pos="0">
                  <a:srgbClr val="FFFFFF">
                    <a:alpha val="40000"/>
                  </a:srgbClr>
                </a:gs>
                <a:gs pos="100000">
                  <a:srgbClr val="FFFFFF">
                    <a:alpha val="10000"/>
                  </a:srgbClr>
                </a:gs>
              </a:gsLst>
              <a:lin ang="6600474"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9" name="Google Shape;1221;p46"/>
            <p:cNvSpPr/>
            <p:nvPr/>
          </p:nvSpPr>
          <p:spPr>
            <a:xfrm>
              <a:off x="4228522" y="4112739"/>
              <a:ext cx="104450" cy="158683"/>
            </a:xfrm>
            <a:custGeom>
              <a:avLst/>
              <a:gdLst/>
              <a:ahLst/>
              <a:cxnLst/>
              <a:rect l="l" t="t" r="r" b="b"/>
              <a:pathLst>
                <a:path w="1044496" h="1586832" extrusionOk="0">
                  <a:moveTo>
                    <a:pt x="1044497" y="1098586"/>
                  </a:moveTo>
                  <a:cubicBezTo>
                    <a:pt x="1044497" y="1503260"/>
                    <a:pt x="810743" y="1694130"/>
                    <a:pt x="522248" y="1525454"/>
                  </a:cubicBezTo>
                  <a:cubicBezTo>
                    <a:pt x="233754" y="1356778"/>
                    <a:pt x="0" y="892920"/>
                    <a:pt x="0" y="488246"/>
                  </a:cubicBezTo>
                  <a:cubicBezTo>
                    <a:pt x="0" y="83573"/>
                    <a:pt x="233754" y="-107297"/>
                    <a:pt x="522248" y="61378"/>
                  </a:cubicBezTo>
                  <a:cubicBezTo>
                    <a:pt x="810743" y="230054"/>
                    <a:pt x="1044497" y="693912"/>
                    <a:pt x="1044497" y="1098586"/>
                  </a:cubicBezTo>
                  <a:close/>
                </a:path>
              </a:pathLst>
            </a:custGeom>
            <a:gradFill>
              <a:gsLst>
                <a:gs pos="0">
                  <a:srgbClr val="FFFFFF">
                    <a:alpha val="40000"/>
                  </a:srgbClr>
                </a:gs>
                <a:gs pos="100000">
                  <a:srgbClr val="FFFFFF">
                    <a:alpha val="10000"/>
                  </a:srgbClr>
                </a:gs>
              </a:gsLst>
              <a:lin ang="6600474"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1" name="Google Shape;1222;p46"/>
            <p:cNvSpPr/>
            <p:nvPr/>
          </p:nvSpPr>
          <p:spPr>
            <a:xfrm>
              <a:off x="4331632" y="4426130"/>
              <a:ext cx="131450" cy="144410"/>
            </a:xfrm>
            <a:custGeom>
              <a:avLst/>
              <a:gdLst/>
              <a:ahLst/>
              <a:cxnLst/>
              <a:rect l="l" t="t" r="r" b="b"/>
              <a:pathLst>
                <a:path w="1314498" h="1444101" extrusionOk="0">
                  <a:moveTo>
                    <a:pt x="1314498" y="759041"/>
                  </a:moveTo>
                  <a:lnTo>
                    <a:pt x="0" y="0"/>
                  </a:lnTo>
                  <a:lnTo>
                    <a:pt x="0" y="685060"/>
                  </a:lnTo>
                  <a:lnTo>
                    <a:pt x="1314498" y="1444101"/>
                  </a:lnTo>
                  <a:lnTo>
                    <a:pt x="1314498" y="759041"/>
                  </a:lnTo>
                  <a:close/>
                </a:path>
              </a:pathLst>
            </a:custGeom>
            <a:gradFill>
              <a:gsLst>
                <a:gs pos="0">
                  <a:srgbClr val="FFFFFF">
                    <a:alpha val="29803"/>
                    <a:alpha val="29800"/>
                  </a:srgbClr>
                </a:gs>
                <a:gs pos="100000">
                  <a:srgbClr val="FFFFFF">
                    <a:alpha val="0"/>
                  </a:srgbClr>
                </a:gs>
              </a:gsLst>
              <a:lin ang="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2" name="Google Shape;1223;p46"/>
            <p:cNvSpPr/>
            <p:nvPr/>
          </p:nvSpPr>
          <p:spPr>
            <a:xfrm>
              <a:off x="4343359" y="4449097"/>
              <a:ext cx="14943" cy="22148"/>
            </a:xfrm>
            <a:custGeom>
              <a:avLst/>
              <a:gdLst/>
              <a:ahLst/>
              <a:cxnLst/>
              <a:rect l="l" t="t" r="r" b="b"/>
              <a:pathLst>
                <a:path w="149425" h="221480" extrusionOk="0">
                  <a:moveTo>
                    <a:pt x="149425" y="153649"/>
                  </a:moveTo>
                  <a:cubicBezTo>
                    <a:pt x="149425" y="209874"/>
                    <a:pt x="116138" y="236507"/>
                    <a:pt x="74713" y="212834"/>
                  </a:cubicBezTo>
                  <a:cubicBezTo>
                    <a:pt x="33288" y="189160"/>
                    <a:pt x="0" y="124057"/>
                    <a:pt x="0" y="67832"/>
                  </a:cubicBezTo>
                  <a:cubicBezTo>
                    <a:pt x="0" y="11606"/>
                    <a:pt x="33288" y="-15027"/>
                    <a:pt x="74713" y="8647"/>
                  </a:cubicBezTo>
                  <a:cubicBezTo>
                    <a:pt x="116138" y="32321"/>
                    <a:pt x="149425" y="97424"/>
                    <a:pt x="149425" y="153649"/>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 name="Google Shape;1224;p46"/>
            <p:cNvSpPr/>
            <p:nvPr/>
          </p:nvSpPr>
          <p:spPr>
            <a:xfrm>
              <a:off x="4365116" y="4461985"/>
              <a:ext cx="39575" cy="31072"/>
            </a:xfrm>
            <a:custGeom>
              <a:avLst/>
              <a:gdLst/>
              <a:ahLst/>
              <a:cxnLst/>
              <a:rect l="l" t="t" r="r" b="b"/>
              <a:pathLst>
                <a:path w="395755" h="310718" extrusionOk="0">
                  <a:moveTo>
                    <a:pt x="740" y="0"/>
                  </a:moveTo>
                  <a:lnTo>
                    <a:pt x="395755" y="228600"/>
                  </a:lnTo>
                  <a:lnTo>
                    <a:pt x="395755" y="310719"/>
                  </a:lnTo>
                  <a:lnTo>
                    <a:pt x="0" y="82118"/>
                  </a:lnTo>
                  <a:lnTo>
                    <a:pt x="74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 name="Google Shape;1225;p46"/>
            <p:cNvSpPr/>
            <p:nvPr/>
          </p:nvSpPr>
          <p:spPr>
            <a:xfrm>
              <a:off x="4365190" y="4478436"/>
              <a:ext cx="84181" cy="56965"/>
            </a:xfrm>
            <a:custGeom>
              <a:avLst/>
              <a:gdLst/>
              <a:ahLst/>
              <a:cxnLst/>
              <a:rect l="l" t="t" r="r" b="b"/>
              <a:pathLst>
                <a:path w="841811" h="569650" extrusionOk="0">
                  <a:moveTo>
                    <a:pt x="0" y="0"/>
                  </a:moveTo>
                  <a:lnTo>
                    <a:pt x="841811" y="486053"/>
                  </a:lnTo>
                  <a:lnTo>
                    <a:pt x="841811" y="569651"/>
                  </a:lnTo>
                  <a:lnTo>
                    <a:pt x="0" y="83598"/>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5" name="Google Shape;1226;p46"/>
            <p:cNvSpPr/>
            <p:nvPr/>
          </p:nvSpPr>
          <p:spPr>
            <a:xfrm>
              <a:off x="4065376" y="4347265"/>
              <a:ext cx="131450" cy="144410"/>
            </a:xfrm>
            <a:custGeom>
              <a:avLst/>
              <a:gdLst/>
              <a:ahLst/>
              <a:cxnLst/>
              <a:rect l="l" t="t" r="r" b="b"/>
              <a:pathLst>
                <a:path w="1314498" h="1444100" extrusionOk="0">
                  <a:moveTo>
                    <a:pt x="1314498" y="758301"/>
                  </a:moveTo>
                  <a:lnTo>
                    <a:pt x="0" y="0"/>
                  </a:lnTo>
                  <a:lnTo>
                    <a:pt x="0" y="685060"/>
                  </a:lnTo>
                  <a:lnTo>
                    <a:pt x="1314498" y="1444101"/>
                  </a:lnTo>
                  <a:lnTo>
                    <a:pt x="1314498" y="758301"/>
                  </a:lnTo>
                  <a:close/>
                </a:path>
              </a:pathLst>
            </a:custGeom>
            <a:gradFill>
              <a:gsLst>
                <a:gs pos="0">
                  <a:srgbClr val="FFFFFF">
                    <a:alpha val="29803"/>
                    <a:alpha val="29800"/>
                  </a:srgbClr>
                </a:gs>
                <a:gs pos="100000">
                  <a:srgbClr val="FFFFFF">
                    <a:alpha val="0"/>
                  </a:srgbClr>
                </a:gs>
              </a:gsLst>
              <a:lin ang="1080140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 name="Google Shape;1227;p46"/>
            <p:cNvSpPr/>
            <p:nvPr/>
          </p:nvSpPr>
          <p:spPr>
            <a:xfrm>
              <a:off x="4077103" y="4370159"/>
              <a:ext cx="14943" cy="22148"/>
            </a:xfrm>
            <a:custGeom>
              <a:avLst/>
              <a:gdLst/>
              <a:ahLst/>
              <a:cxnLst/>
              <a:rect l="l" t="t" r="r" b="b"/>
              <a:pathLst>
                <a:path w="149425" h="221480" extrusionOk="0">
                  <a:moveTo>
                    <a:pt x="149425" y="153649"/>
                  </a:moveTo>
                  <a:cubicBezTo>
                    <a:pt x="149425" y="209874"/>
                    <a:pt x="116137" y="236507"/>
                    <a:pt x="74713" y="212834"/>
                  </a:cubicBezTo>
                  <a:cubicBezTo>
                    <a:pt x="33288" y="189160"/>
                    <a:pt x="0" y="124057"/>
                    <a:pt x="0" y="67832"/>
                  </a:cubicBezTo>
                  <a:cubicBezTo>
                    <a:pt x="0" y="11606"/>
                    <a:pt x="33288" y="-15027"/>
                    <a:pt x="74713" y="8647"/>
                  </a:cubicBezTo>
                  <a:cubicBezTo>
                    <a:pt x="116137" y="32321"/>
                    <a:pt x="149425" y="97424"/>
                    <a:pt x="149425" y="153649"/>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7" name="Google Shape;1228;p46"/>
            <p:cNvSpPr/>
            <p:nvPr/>
          </p:nvSpPr>
          <p:spPr>
            <a:xfrm>
              <a:off x="4098714" y="4383415"/>
              <a:ext cx="23819" cy="22120"/>
            </a:xfrm>
            <a:custGeom>
              <a:avLst/>
              <a:gdLst/>
              <a:ahLst/>
              <a:cxnLst/>
              <a:rect l="l" t="t" r="r" b="b"/>
              <a:pathLst>
                <a:path w="238192" h="221201" extrusionOk="0">
                  <a:moveTo>
                    <a:pt x="0" y="0"/>
                  </a:moveTo>
                  <a:lnTo>
                    <a:pt x="238193" y="137604"/>
                  </a:lnTo>
                  <a:lnTo>
                    <a:pt x="238193" y="221202"/>
                  </a:lnTo>
                  <a:lnTo>
                    <a:pt x="0" y="83598"/>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8" name="Google Shape;1229;p46"/>
            <p:cNvSpPr/>
            <p:nvPr/>
          </p:nvSpPr>
          <p:spPr>
            <a:xfrm>
              <a:off x="4098935" y="4399867"/>
              <a:ext cx="84181" cy="56965"/>
            </a:xfrm>
            <a:custGeom>
              <a:avLst/>
              <a:gdLst/>
              <a:ahLst/>
              <a:cxnLst/>
              <a:rect l="l" t="t" r="r" b="b"/>
              <a:pathLst>
                <a:path w="841811" h="569650" extrusionOk="0">
                  <a:moveTo>
                    <a:pt x="0" y="0"/>
                  </a:moveTo>
                  <a:lnTo>
                    <a:pt x="841811" y="486052"/>
                  </a:lnTo>
                  <a:lnTo>
                    <a:pt x="841811" y="569651"/>
                  </a:lnTo>
                  <a:lnTo>
                    <a:pt x="0" y="83598"/>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9" name="Google Shape;1230;p46"/>
            <p:cNvSpPr/>
            <p:nvPr/>
          </p:nvSpPr>
          <p:spPr>
            <a:xfrm>
              <a:off x="4280888" y="4498429"/>
              <a:ext cx="249141" cy="273654"/>
            </a:xfrm>
            <a:custGeom>
              <a:avLst/>
              <a:gdLst/>
              <a:ahLst/>
              <a:cxnLst/>
              <a:rect l="l" t="t" r="r" b="b"/>
              <a:pathLst>
                <a:path w="2491406" h="2736541" extrusionOk="0">
                  <a:moveTo>
                    <a:pt x="0" y="0"/>
                  </a:moveTo>
                  <a:lnTo>
                    <a:pt x="2490667" y="1438183"/>
                  </a:lnTo>
                  <a:lnTo>
                    <a:pt x="2491407" y="2736542"/>
                  </a:lnTo>
                  <a:lnTo>
                    <a:pt x="220439" y="1425606"/>
                  </a:lnTo>
                  <a:lnTo>
                    <a:pt x="740" y="1497367"/>
                  </a:lnTo>
                  <a:lnTo>
                    <a:pt x="0" y="0"/>
                  </a:lnTo>
                  <a:close/>
                </a:path>
              </a:pathLst>
            </a:custGeom>
            <a:gradFill>
              <a:gsLst>
                <a:gs pos="0">
                  <a:srgbClr val="FFFFFF">
                    <a:alpha val="29803"/>
                    <a:alpha val="29800"/>
                  </a:srgbClr>
                </a:gs>
                <a:gs pos="100000">
                  <a:srgbClr val="FFFFFF">
                    <a:alpha val="0"/>
                  </a:srgbClr>
                </a:gs>
              </a:gsLst>
              <a:lin ang="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0" name="Google Shape;1231;p46"/>
            <p:cNvSpPr/>
            <p:nvPr/>
          </p:nvSpPr>
          <p:spPr>
            <a:xfrm>
              <a:off x="4303162" y="4541843"/>
              <a:ext cx="28258" cy="42026"/>
            </a:xfrm>
            <a:custGeom>
              <a:avLst/>
              <a:gdLst/>
              <a:ahLst/>
              <a:cxnLst/>
              <a:rect l="l" t="t" r="r" b="b"/>
              <a:pathLst>
                <a:path w="282576" h="420256" extrusionOk="0">
                  <a:moveTo>
                    <a:pt x="282577" y="291876"/>
                  </a:moveTo>
                  <a:cubicBezTo>
                    <a:pt x="282577" y="399148"/>
                    <a:pt x="219700" y="448715"/>
                    <a:pt x="141288" y="403587"/>
                  </a:cubicBezTo>
                  <a:cubicBezTo>
                    <a:pt x="62877" y="358459"/>
                    <a:pt x="0" y="234912"/>
                    <a:pt x="0" y="128379"/>
                  </a:cubicBezTo>
                  <a:cubicBezTo>
                    <a:pt x="0" y="21108"/>
                    <a:pt x="62877" y="-28459"/>
                    <a:pt x="141288" y="16669"/>
                  </a:cubicBezTo>
                  <a:cubicBezTo>
                    <a:pt x="218960" y="61797"/>
                    <a:pt x="282577" y="185345"/>
                    <a:pt x="282577" y="291876"/>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1" name="Google Shape;1232;p46"/>
            <p:cNvSpPr/>
            <p:nvPr/>
          </p:nvSpPr>
          <p:spPr>
            <a:xfrm>
              <a:off x="4344760" y="4566818"/>
              <a:ext cx="54592" cy="42909"/>
            </a:xfrm>
            <a:custGeom>
              <a:avLst/>
              <a:gdLst/>
              <a:ahLst/>
              <a:cxnLst/>
              <a:rect l="l" t="t" r="r" b="b"/>
              <a:pathLst>
                <a:path w="545919" h="429087" extrusionOk="0">
                  <a:moveTo>
                    <a:pt x="0" y="0"/>
                  </a:moveTo>
                  <a:lnTo>
                    <a:pt x="545920" y="315157"/>
                  </a:lnTo>
                  <a:lnTo>
                    <a:pt x="545920" y="429087"/>
                  </a:lnTo>
                  <a:lnTo>
                    <a:pt x="0" y="113930"/>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2" name="Google Shape;1233;p46"/>
            <p:cNvSpPr/>
            <p:nvPr/>
          </p:nvSpPr>
          <p:spPr>
            <a:xfrm>
              <a:off x="4344760" y="4589615"/>
              <a:ext cx="163036" cy="105496"/>
            </a:xfrm>
            <a:custGeom>
              <a:avLst/>
              <a:gdLst/>
              <a:ahLst/>
              <a:cxnLst/>
              <a:rect l="l" t="t" r="r" b="b"/>
              <a:pathLst>
                <a:path w="1630362" h="1054962" extrusionOk="0">
                  <a:moveTo>
                    <a:pt x="0" y="0"/>
                  </a:moveTo>
                  <a:lnTo>
                    <a:pt x="1630362" y="941033"/>
                  </a:lnTo>
                  <a:lnTo>
                    <a:pt x="1630362" y="1054963"/>
                  </a:lnTo>
                  <a:lnTo>
                    <a:pt x="0" y="113930"/>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3" name="Google Shape;1234;p46"/>
            <p:cNvSpPr/>
            <p:nvPr/>
          </p:nvSpPr>
          <p:spPr>
            <a:xfrm>
              <a:off x="4344760" y="4612411"/>
              <a:ext cx="127455" cy="85004"/>
            </a:xfrm>
            <a:custGeom>
              <a:avLst/>
              <a:gdLst/>
              <a:ahLst/>
              <a:cxnLst/>
              <a:rect l="l" t="t" r="r" b="b"/>
              <a:pathLst>
                <a:path w="1274552" h="850037" extrusionOk="0">
                  <a:moveTo>
                    <a:pt x="0" y="0"/>
                  </a:moveTo>
                  <a:lnTo>
                    <a:pt x="1274553" y="736107"/>
                  </a:lnTo>
                  <a:lnTo>
                    <a:pt x="1274553" y="850037"/>
                  </a:lnTo>
                  <a:lnTo>
                    <a:pt x="0" y="113930"/>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4" name="Google Shape;1235;p46"/>
            <p:cNvSpPr/>
            <p:nvPr/>
          </p:nvSpPr>
          <p:spPr>
            <a:xfrm>
              <a:off x="3998997" y="4392268"/>
              <a:ext cx="249141" cy="293481"/>
            </a:xfrm>
            <a:custGeom>
              <a:avLst/>
              <a:gdLst/>
              <a:ahLst/>
              <a:cxnLst/>
              <a:rect l="l" t="t" r="r" b="b"/>
              <a:pathLst>
                <a:path w="2491406" h="2934809" extrusionOk="0">
                  <a:moveTo>
                    <a:pt x="2490667" y="1437443"/>
                  </a:moveTo>
                  <a:lnTo>
                    <a:pt x="0" y="0"/>
                  </a:lnTo>
                  <a:lnTo>
                    <a:pt x="740" y="1298360"/>
                  </a:lnTo>
                  <a:lnTo>
                    <a:pt x="2271707" y="2609295"/>
                  </a:lnTo>
                  <a:lnTo>
                    <a:pt x="2491407" y="2934810"/>
                  </a:lnTo>
                  <a:lnTo>
                    <a:pt x="2490667" y="1437443"/>
                  </a:lnTo>
                  <a:close/>
                </a:path>
              </a:pathLst>
            </a:custGeom>
            <a:gradFill>
              <a:gsLst>
                <a:gs pos="0">
                  <a:srgbClr val="FFFFFF">
                    <a:alpha val="29803"/>
                    <a:alpha val="29800"/>
                  </a:srgbClr>
                </a:gs>
                <a:gs pos="100000">
                  <a:srgbClr val="FFFFFF">
                    <a:alpha val="0"/>
                  </a:srgbClr>
                </a:gs>
              </a:gsLst>
              <a:lin ang="1080140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5" name="Google Shape;1236;p46"/>
            <p:cNvSpPr/>
            <p:nvPr/>
          </p:nvSpPr>
          <p:spPr>
            <a:xfrm>
              <a:off x="4196881" y="4537027"/>
              <a:ext cx="28258" cy="42035"/>
            </a:xfrm>
            <a:custGeom>
              <a:avLst/>
              <a:gdLst/>
              <a:ahLst/>
              <a:cxnLst/>
              <a:rect l="l" t="t" r="r" b="b"/>
              <a:pathLst>
                <a:path w="282576" h="420351" extrusionOk="0">
                  <a:moveTo>
                    <a:pt x="0" y="128590"/>
                  </a:moveTo>
                  <a:cubicBezTo>
                    <a:pt x="0" y="235862"/>
                    <a:pt x="63617" y="358670"/>
                    <a:pt x="141288" y="403798"/>
                  </a:cubicBezTo>
                  <a:cubicBezTo>
                    <a:pt x="219700" y="448926"/>
                    <a:pt x="282577" y="398619"/>
                    <a:pt x="282577" y="291348"/>
                  </a:cubicBezTo>
                  <a:cubicBezTo>
                    <a:pt x="282577" y="184076"/>
                    <a:pt x="218960" y="61268"/>
                    <a:pt x="141288" y="16140"/>
                  </a:cubicBezTo>
                  <a:cubicBezTo>
                    <a:pt x="63617" y="-28249"/>
                    <a:pt x="0" y="22058"/>
                    <a:pt x="0" y="12859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6" name="Google Shape;1237;p46"/>
            <p:cNvSpPr/>
            <p:nvPr/>
          </p:nvSpPr>
          <p:spPr>
            <a:xfrm>
              <a:off x="4129027" y="4498872"/>
              <a:ext cx="54592" cy="42909"/>
            </a:xfrm>
            <a:custGeom>
              <a:avLst/>
              <a:gdLst/>
              <a:ahLst/>
              <a:cxnLst/>
              <a:rect l="l" t="t" r="r" b="b"/>
              <a:pathLst>
                <a:path w="545919" h="429087" extrusionOk="0">
                  <a:moveTo>
                    <a:pt x="545920" y="315157"/>
                  </a:moveTo>
                  <a:lnTo>
                    <a:pt x="0" y="0"/>
                  </a:lnTo>
                  <a:lnTo>
                    <a:pt x="0" y="113930"/>
                  </a:lnTo>
                  <a:lnTo>
                    <a:pt x="545920" y="429087"/>
                  </a:lnTo>
                  <a:lnTo>
                    <a:pt x="545920" y="315157"/>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7" name="Google Shape;1238;p46"/>
            <p:cNvSpPr/>
            <p:nvPr/>
          </p:nvSpPr>
          <p:spPr>
            <a:xfrm>
              <a:off x="4020976" y="4459181"/>
              <a:ext cx="163036" cy="105496"/>
            </a:xfrm>
            <a:custGeom>
              <a:avLst/>
              <a:gdLst/>
              <a:ahLst/>
              <a:cxnLst/>
              <a:rect l="l" t="t" r="r" b="b"/>
              <a:pathLst>
                <a:path w="1630362" h="1054963" extrusionOk="0">
                  <a:moveTo>
                    <a:pt x="1630362" y="941033"/>
                  </a:moveTo>
                  <a:lnTo>
                    <a:pt x="0" y="0"/>
                  </a:lnTo>
                  <a:lnTo>
                    <a:pt x="0" y="113930"/>
                  </a:lnTo>
                  <a:lnTo>
                    <a:pt x="1629623" y="1054963"/>
                  </a:lnTo>
                  <a:lnTo>
                    <a:pt x="1630362" y="941033"/>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8" name="Google Shape;1239;p46"/>
            <p:cNvSpPr/>
            <p:nvPr/>
          </p:nvSpPr>
          <p:spPr>
            <a:xfrm>
              <a:off x="4056452" y="4502413"/>
              <a:ext cx="127455" cy="85004"/>
            </a:xfrm>
            <a:custGeom>
              <a:avLst/>
              <a:gdLst/>
              <a:ahLst/>
              <a:cxnLst/>
              <a:rect l="l" t="t" r="r" b="b"/>
              <a:pathLst>
                <a:path w="1274552" h="850036" extrusionOk="0">
                  <a:moveTo>
                    <a:pt x="1274553" y="736107"/>
                  </a:moveTo>
                  <a:lnTo>
                    <a:pt x="0" y="0"/>
                  </a:lnTo>
                  <a:lnTo>
                    <a:pt x="0" y="113930"/>
                  </a:lnTo>
                  <a:lnTo>
                    <a:pt x="1274553" y="850037"/>
                  </a:lnTo>
                  <a:lnTo>
                    <a:pt x="1274553" y="736107"/>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9" name="Google Shape;1240;p46"/>
            <p:cNvSpPr/>
            <p:nvPr/>
          </p:nvSpPr>
          <p:spPr>
            <a:xfrm>
              <a:off x="4071572" y="4615136"/>
              <a:ext cx="61841" cy="84302"/>
            </a:xfrm>
            <a:custGeom>
              <a:avLst/>
              <a:gdLst/>
              <a:ahLst/>
              <a:cxnLst/>
              <a:rect l="l" t="t" r="r" b="b"/>
              <a:pathLst>
                <a:path w="618413" h="843022" extrusionOk="0">
                  <a:moveTo>
                    <a:pt x="309207" y="11147"/>
                  </a:moveTo>
                  <a:cubicBezTo>
                    <a:pt x="353590" y="36301"/>
                    <a:pt x="389097" y="98444"/>
                    <a:pt x="389097" y="150231"/>
                  </a:cubicBezTo>
                  <a:lnTo>
                    <a:pt x="389097" y="375872"/>
                  </a:lnTo>
                  <a:lnTo>
                    <a:pt x="538523" y="461689"/>
                  </a:lnTo>
                  <a:cubicBezTo>
                    <a:pt x="582906" y="486842"/>
                    <a:pt x="618413" y="548986"/>
                    <a:pt x="618413" y="600033"/>
                  </a:cubicBezTo>
                  <a:cubicBezTo>
                    <a:pt x="618413" y="651079"/>
                    <a:pt x="582906" y="671794"/>
                    <a:pt x="538523" y="646641"/>
                  </a:cubicBezTo>
                  <a:lnTo>
                    <a:pt x="389097" y="560083"/>
                  </a:lnTo>
                  <a:lnTo>
                    <a:pt x="389097" y="785724"/>
                  </a:lnTo>
                  <a:cubicBezTo>
                    <a:pt x="389097" y="836771"/>
                    <a:pt x="353590" y="857485"/>
                    <a:pt x="309207" y="832332"/>
                  </a:cubicBezTo>
                  <a:cubicBezTo>
                    <a:pt x="264823" y="807178"/>
                    <a:pt x="229316" y="745035"/>
                    <a:pt x="229316" y="693988"/>
                  </a:cubicBezTo>
                  <a:lnTo>
                    <a:pt x="229316" y="468347"/>
                  </a:lnTo>
                  <a:lnTo>
                    <a:pt x="79891" y="382530"/>
                  </a:lnTo>
                  <a:cubicBezTo>
                    <a:pt x="35507" y="357376"/>
                    <a:pt x="0" y="295233"/>
                    <a:pt x="0" y="244186"/>
                  </a:cubicBezTo>
                  <a:cubicBezTo>
                    <a:pt x="0" y="193139"/>
                    <a:pt x="35507" y="172425"/>
                    <a:pt x="79891" y="197579"/>
                  </a:cubicBezTo>
                  <a:lnTo>
                    <a:pt x="229316" y="283396"/>
                  </a:lnTo>
                  <a:lnTo>
                    <a:pt x="229316" y="57755"/>
                  </a:lnTo>
                  <a:cubicBezTo>
                    <a:pt x="228576" y="5969"/>
                    <a:pt x="264823" y="-14746"/>
                    <a:pt x="309207" y="11147"/>
                  </a:cubicBezTo>
                  <a:close/>
                </a:path>
              </a:pathLst>
            </a:custGeom>
            <a:gradFill>
              <a:gsLst>
                <a:gs pos="0">
                  <a:schemeClr val="accent1"/>
                </a:gs>
                <a:gs pos="100000">
                  <a:schemeClr val="accent2"/>
                </a:gs>
              </a:gsLst>
              <a:lin ang="0" scaled="0"/>
            </a:gradFill>
            <a:ln>
              <a:noFill/>
            </a:ln>
          </p:spPr>
          <p:txBody>
            <a:bodyPr spcFirstLastPara="1" wrap="square" lIns="68575" tIns="34275" rIns="68575" bIns="34275" anchor="ctr" anchorCtr="0">
              <a:noAutofit/>
            </a:bodyPr>
            <a:lstStyle/>
            <a:p>
              <a:endParaRPr>
                <a:solidFill>
                  <a:schemeClr val="dk1"/>
                </a:solidFill>
                <a:latin typeface="Calibri"/>
                <a:cs typeface="Calibri"/>
                <a:sym typeface="Calibri"/>
              </a:endParaRPr>
            </a:p>
          </p:txBody>
        </p:sp>
        <p:sp>
          <p:nvSpPr>
            <p:cNvPr id="30" name="Google Shape;1241;p46"/>
            <p:cNvSpPr/>
            <p:nvPr/>
          </p:nvSpPr>
          <p:spPr>
            <a:xfrm>
              <a:off x="4400670" y="4328010"/>
              <a:ext cx="44671" cy="95172"/>
            </a:xfrm>
            <a:custGeom>
              <a:avLst/>
              <a:gdLst/>
              <a:ahLst/>
              <a:cxnLst/>
              <a:rect l="l" t="t" r="r" b="b"/>
              <a:pathLst>
                <a:path w="446715" h="951723" extrusionOk="0">
                  <a:moveTo>
                    <a:pt x="222618" y="0"/>
                  </a:moveTo>
                  <a:lnTo>
                    <a:pt x="428263" y="403934"/>
                  </a:lnTo>
                  <a:cubicBezTo>
                    <a:pt x="456372" y="459419"/>
                    <a:pt x="451934" y="514905"/>
                    <a:pt x="417906" y="528222"/>
                  </a:cubicBezTo>
                  <a:cubicBezTo>
                    <a:pt x="383879" y="541538"/>
                    <a:pt x="333578" y="506767"/>
                    <a:pt x="305468" y="451282"/>
                  </a:cubicBezTo>
                  <a:lnTo>
                    <a:pt x="303248" y="446103"/>
                  </a:lnTo>
                  <a:lnTo>
                    <a:pt x="303248" y="894425"/>
                  </a:lnTo>
                  <a:cubicBezTo>
                    <a:pt x="303248" y="945472"/>
                    <a:pt x="267742" y="966186"/>
                    <a:pt x="223358" y="941033"/>
                  </a:cubicBezTo>
                  <a:cubicBezTo>
                    <a:pt x="178974" y="915140"/>
                    <a:pt x="143467" y="853736"/>
                    <a:pt x="143467" y="802689"/>
                  </a:cubicBezTo>
                  <a:lnTo>
                    <a:pt x="143467" y="354367"/>
                  </a:lnTo>
                  <a:lnTo>
                    <a:pt x="141248" y="356587"/>
                  </a:lnTo>
                  <a:cubicBezTo>
                    <a:pt x="113138" y="379521"/>
                    <a:pt x="62097" y="355847"/>
                    <a:pt x="28809" y="303320"/>
                  </a:cubicBezTo>
                  <a:cubicBezTo>
                    <a:pt x="-5218" y="250794"/>
                    <a:pt x="-9657" y="190130"/>
                    <a:pt x="18453" y="167196"/>
                  </a:cubicBezTo>
                  <a:lnTo>
                    <a:pt x="222618" y="0"/>
                  </a:lnTo>
                  <a:close/>
                </a:path>
              </a:pathLst>
            </a:custGeom>
            <a:gradFill>
              <a:gsLst>
                <a:gs pos="0">
                  <a:srgbClr val="FFFFFF">
                    <a:alpha val="29803"/>
                    <a:alpha val="29800"/>
                  </a:srgbClr>
                </a:gs>
                <a:gs pos="100000">
                  <a:srgbClr val="FFFFFF">
                    <a:alpha val="0"/>
                  </a:srgbClr>
                </a:gs>
              </a:gsLst>
              <a:lin ang="540070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1" name="Google Shape;1242;p46"/>
            <p:cNvSpPr/>
            <p:nvPr/>
          </p:nvSpPr>
          <p:spPr>
            <a:xfrm>
              <a:off x="4215763" y="4371168"/>
              <a:ext cx="58364" cy="99356"/>
            </a:xfrm>
            <a:custGeom>
              <a:avLst/>
              <a:gdLst/>
              <a:ahLst/>
              <a:cxnLst/>
              <a:rect l="l" t="t" r="r" b="b"/>
              <a:pathLst>
                <a:path w="583645" h="993559" extrusionOk="0">
                  <a:moveTo>
                    <a:pt x="316604" y="289264"/>
                  </a:moveTo>
                  <a:lnTo>
                    <a:pt x="0" y="106532"/>
                  </a:lnTo>
                  <a:lnTo>
                    <a:pt x="0" y="0"/>
                  </a:lnTo>
                  <a:lnTo>
                    <a:pt x="316604" y="182732"/>
                  </a:lnTo>
                  <a:cubicBezTo>
                    <a:pt x="342495" y="197528"/>
                    <a:pt x="380221" y="227860"/>
                    <a:pt x="412029" y="274468"/>
                  </a:cubicBezTo>
                  <a:cubicBezTo>
                    <a:pt x="446796" y="324035"/>
                    <a:pt x="471207" y="386919"/>
                    <a:pt x="471207" y="454981"/>
                  </a:cubicBezTo>
                  <a:cubicBezTo>
                    <a:pt x="471207" y="530441"/>
                    <a:pt x="451974" y="573350"/>
                    <a:pt x="415728" y="585186"/>
                  </a:cubicBezTo>
                  <a:cubicBezTo>
                    <a:pt x="381700" y="596284"/>
                    <a:pt x="341015" y="577049"/>
                    <a:pt x="316604" y="562992"/>
                  </a:cubicBezTo>
                  <a:lnTo>
                    <a:pt x="186412" y="487532"/>
                  </a:lnTo>
                  <a:lnTo>
                    <a:pt x="185672" y="486792"/>
                  </a:lnTo>
                  <a:cubicBezTo>
                    <a:pt x="174576" y="480134"/>
                    <a:pt x="156823" y="473476"/>
                    <a:pt x="142768" y="477915"/>
                  </a:cubicBezTo>
                  <a:cubicBezTo>
                    <a:pt x="130932" y="481614"/>
                    <a:pt x="118357" y="492711"/>
                    <a:pt x="118357" y="534880"/>
                  </a:cubicBezTo>
                  <a:cubicBezTo>
                    <a:pt x="118357" y="577049"/>
                    <a:pt x="131672" y="602202"/>
                    <a:pt x="142028" y="617738"/>
                  </a:cubicBezTo>
                  <a:cubicBezTo>
                    <a:pt x="155343" y="636973"/>
                    <a:pt x="173096" y="650290"/>
                    <a:pt x="184192" y="656208"/>
                  </a:cubicBezTo>
                  <a:lnTo>
                    <a:pt x="185672" y="656948"/>
                  </a:lnTo>
                  <a:lnTo>
                    <a:pt x="583646" y="887027"/>
                  </a:lnTo>
                  <a:lnTo>
                    <a:pt x="583646" y="993559"/>
                  </a:lnTo>
                  <a:lnTo>
                    <a:pt x="187891" y="764959"/>
                  </a:lnTo>
                  <a:cubicBezTo>
                    <a:pt x="160521" y="750903"/>
                    <a:pt x="121315" y="720571"/>
                    <a:pt x="87288" y="673223"/>
                  </a:cubicBezTo>
                  <a:cubicBezTo>
                    <a:pt x="50302" y="620697"/>
                    <a:pt x="25151" y="554854"/>
                    <a:pt x="25151" y="481614"/>
                  </a:cubicBezTo>
                  <a:cubicBezTo>
                    <a:pt x="25151" y="408373"/>
                    <a:pt x="50302" y="371383"/>
                    <a:pt x="86548" y="361025"/>
                  </a:cubicBezTo>
                  <a:cubicBezTo>
                    <a:pt x="120576" y="351408"/>
                    <a:pt x="159781" y="365464"/>
                    <a:pt x="187152" y="381740"/>
                  </a:cubicBezTo>
                  <a:lnTo>
                    <a:pt x="315864" y="456460"/>
                  </a:lnTo>
                  <a:cubicBezTo>
                    <a:pt x="334358" y="467557"/>
                    <a:pt x="348412" y="471996"/>
                    <a:pt x="358029" y="469037"/>
                  </a:cubicBezTo>
                  <a:cubicBezTo>
                    <a:pt x="365426" y="466818"/>
                    <a:pt x="378741" y="456460"/>
                    <a:pt x="378741" y="402455"/>
                  </a:cubicBezTo>
                  <a:cubicBezTo>
                    <a:pt x="378741" y="366944"/>
                    <a:pt x="367645" y="344010"/>
                    <a:pt x="356549" y="329214"/>
                  </a:cubicBezTo>
                  <a:cubicBezTo>
                    <a:pt x="343974" y="309239"/>
                    <a:pt x="327700" y="295183"/>
                    <a:pt x="316604" y="289264"/>
                  </a:cubicBez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2" name="Google Shape;1243;p46"/>
            <p:cNvSpPr/>
            <p:nvPr/>
          </p:nvSpPr>
          <p:spPr>
            <a:xfrm>
              <a:off x="4196660" y="4353602"/>
              <a:ext cx="25003" cy="37523"/>
            </a:xfrm>
            <a:custGeom>
              <a:avLst/>
              <a:gdLst/>
              <a:ahLst/>
              <a:cxnLst/>
              <a:rect l="l" t="t" r="r" b="b"/>
              <a:pathLst>
                <a:path w="250028" h="375233" extrusionOk="0">
                  <a:moveTo>
                    <a:pt x="250028" y="259748"/>
                  </a:moveTo>
                  <a:cubicBezTo>
                    <a:pt x="250028" y="355183"/>
                    <a:pt x="193809" y="400311"/>
                    <a:pt x="125014" y="361101"/>
                  </a:cubicBezTo>
                  <a:cubicBezTo>
                    <a:pt x="56219" y="321152"/>
                    <a:pt x="0" y="211661"/>
                    <a:pt x="0" y="115486"/>
                  </a:cubicBezTo>
                  <a:cubicBezTo>
                    <a:pt x="0" y="20051"/>
                    <a:pt x="56219" y="-25077"/>
                    <a:pt x="125014" y="14132"/>
                  </a:cubicBezTo>
                  <a:cubicBezTo>
                    <a:pt x="193809" y="54082"/>
                    <a:pt x="250028" y="164313"/>
                    <a:pt x="250028" y="259748"/>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3" name="Google Shape;1244;p46"/>
            <p:cNvSpPr/>
            <p:nvPr/>
          </p:nvSpPr>
          <p:spPr>
            <a:xfrm>
              <a:off x="4265252" y="4448034"/>
              <a:ext cx="25003" cy="37523"/>
            </a:xfrm>
            <a:custGeom>
              <a:avLst/>
              <a:gdLst/>
              <a:ahLst/>
              <a:cxnLst/>
              <a:rect l="l" t="t" r="r" b="b"/>
              <a:pathLst>
                <a:path w="250028" h="375233" extrusionOk="0">
                  <a:moveTo>
                    <a:pt x="250028" y="259748"/>
                  </a:moveTo>
                  <a:cubicBezTo>
                    <a:pt x="250028" y="355183"/>
                    <a:pt x="193809" y="400311"/>
                    <a:pt x="125014" y="361101"/>
                  </a:cubicBezTo>
                  <a:cubicBezTo>
                    <a:pt x="56219" y="321152"/>
                    <a:pt x="0" y="211660"/>
                    <a:pt x="0" y="115486"/>
                  </a:cubicBezTo>
                  <a:cubicBezTo>
                    <a:pt x="0" y="20051"/>
                    <a:pt x="56219" y="-25077"/>
                    <a:pt x="125014" y="14132"/>
                  </a:cubicBezTo>
                  <a:cubicBezTo>
                    <a:pt x="193809" y="54082"/>
                    <a:pt x="250028" y="164313"/>
                    <a:pt x="250028" y="259748"/>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4"/>
          <p:cNvSpPr txBox="1">
            <a:spLocks noGrp="1"/>
          </p:cNvSpPr>
          <p:nvPr>
            <p:ph type="ctrTitle"/>
          </p:nvPr>
        </p:nvSpPr>
        <p:spPr>
          <a:xfrm>
            <a:off x="128966" y="1552247"/>
            <a:ext cx="5110800" cy="11598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800" b="0" dirty="0" smtClean="0"/>
              <a:t>        </a:t>
            </a:r>
            <a:r>
              <a:rPr lang="en" dirty="0" smtClean="0">
                <a:solidFill>
                  <a:schemeClr val="accent1"/>
                </a:solidFill>
              </a:rPr>
              <a:t>PROJECT   </a:t>
            </a:r>
            <a:br>
              <a:rPr lang="en" dirty="0" smtClean="0">
                <a:solidFill>
                  <a:schemeClr val="accent1"/>
                </a:solidFill>
              </a:rPr>
            </a:br>
            <a:r>
              <a:rPr lang="en" dirty="0"/>
              <a:t> </a:t>
            </a:r>
            <a:r>
              <a:rPr lang="en" dirty="0" smtClean="0"/>
              <a:t>     </a:t>
            </a:r>
            <a:r>
              <a:rPr lang="en" dirty="0" smtClean="0">
                <a:solidFill>
                  <a:schemeClr val="accent1"/>
                </a:solidFill>
              </a:rPr>
              <a:t>INTRODUCTION</a:t>
            </a:r>
            <a:endParaRPr dirty="0"/>
          </a:p>
        </p:txBody>
      </p:sp>
      <p:sp>
        <p:nvSpPr>
          <p:cNvPr id="31" name="Google Shape;123;p14"/>
          <p:cNvSpPr txBox="1">
            <a:spLocks/>
          </p:cNvSpPr>
          <p:nvPr/>
        </p:nvSpPr>
        <p:spPr>
          <a:xfrm>
            <a:off x="224869" y="0"/>
            <a:ext cx="5110800" cy="65563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9pPr>
          </a:lstStyle>
          <a:p>
            <a:r>
              <a:rPr lang="en-US" dirty="0" smtClean="0"/>
              <a:t>INTRODUCTION</a:t>
            </a:r>
            <a:endParaRPr lang="en-US" dirty="0"/>
          </a:p>
        </p:txBody>
      </p:sp>
      <p:pic>
        <p:nvPicPr>
          <p:cNvPr id="32" name="Picture 3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6159" y="536198"/>
            <a:ext cx="4576344" cy="4380404"/>
          </a:xfrm>
          <a:prstGeom prst="rect">
            <a:avLst/>
          </a:prstGeom>
        </p:spPr>
      </p:pic>
      <p:sp>
        <p:nvSpPr>
          <p:cNvPr id="2" name="Subtitle 1"/>
          <p:cNvSpPr>
            <a:spLocks noGrp="1"/>
          </p:cNvSpPr>
          <p:nvPr>
            <p:ph type="subTitle" idx="1"/>
          </p:nvPr>
        </p:nvSpPr>
        <p:spPr>
          <a:xfrm>
            <a:off x="651368" y="2828731"/>
            <a:ext cx="5110800" cy="2105093"/>
          </a:xfrm>
        </p:spPr>
        <p:txBody>
          <a:bodyPr/>
          <a:lstStyle/>
          <a:p>
            <a:pPr>
              <a:lnSpc>
                <a:spcPct val="150000"/>
              </a:lnSpc>
              <a:buFont typeface="Wingdings" panose="05000000000000000000" pitchFamily="2" charset="2"/>
              <a:buChar char="Ø"/>
            </a:pPr>
            <a:r>
              <a:rPr lang="en-US" sz="1200" dirty="0">
                <a:solidFill>
                  <a:schemeClr val="tx2">
                    <a:lumMod val="60000"/>
                    <a:lumOff val="40000"/>
                  </a:schemeClr>
                </a:solidFill>
              </a:rPr>
              <a:t>There a lot of small and medium businesses in </a:t>
            </a:r>
            <a:r>
              <a:rPr lang="en-US" sz="1200" dirty="0" smtClean="0">
                <a:solidFill>
                  <a:schemeClr val="tx2">
                    <a:lumMod val="60000"/>
                    <a:lumOff val="40000"/>
                  </a:schemeClr>
                </a:solidFill>
              </a:rPr>
              <a:t>Bangladesh.</a:t>
            </a:r>
          </a:p>
          <a:p>
            <a:pPr>
              <a:lnSpc>
                <a:spcPct val="150000"/>
              </a:lnSpc>
              <a:buFont typeface="Wingdings" panose="05000000000000000000" pitchFamily="2" charset="2"/>
              <a:buChar char="Ø"/>
            </a:pPr>
            <a:r>
              <a:rPr lang="en-US" sz="1200" dirty="0">
                <a:solidFill>
                  <a:schemeClr val="tx2">
                    <a:lumMod val="60000"/>
                    <a:lumOff val="40000"/>
                  </a:schemeClr>
                </a:solidFill>
              </a:rPr>
              <a:t>Almost of them don’t have management tool</a:t>
            </a:r>
            <a:r>
              <a:rPr lang="en-US" sz="1200" dirty="0" smtClean="0">
                <a:solidFill>
                  <a:schemeClr val="tx2">
                    <a:lumMod val="60000"/>
                    <a:lumOff val="40000"/>
                  </a:schemeClr>
                </a:solidFill>
              </a:rPr>
              <a:t>.</a:t>
            </a:r>
          </a:p>
          <a:p>
            <a:pPr>
              <a:lnSpc>
                <a:spcPct val="150000"/>
              </a:lnSpc>
              <a:buFont typeface="Wingdings" panose="05000000000000000000" pitchFamily="2" charset="2"/>
              <a:buChar char="Ø"/>
            </a:pPr>
            <a:r>
              <a:rPr lang="en-US" sz="1200" dirty="0">
                <a:solidFill>
                  <a:schemeClr val="tx2">
                    <a:lumMod val="60000"/>
                    <a:lumOff val="40000"/>
                  </a:schemeClr>
                </a:solidFill>
              </a:rPr>
              <a:t> CMS management system is developed to provide a management </a:t>
            </a:r>
            <a:r>
              <a:rPr lang="en-US" sz="1200" dirty="0" smtClean="0">
                <a:solidFill>
                  <a:schemeClr val="tx2">
                    <a:lumMod val="60000"/>
                    <a:lumOff val="40000"/>
                  </a:schemeClr>
                </a:solidFill>
              </a:rPr>
              <a:t>tool for </a:t>
            </a:r>
            <a:r>
              <a:rPr lang="en-US" sz="1200" dirty="0">
                <a:solidFill>
                  <a:schemeClr val="tx2">
                    <a:lumMod val="60000"/>
                    <a:lumOff val="40000"/>
                  </a:schemeClr>
                </a:solidFill>
              </a:rPr>
              <a:t>businesses and help customers easy to shopping online.</a:t>
            </a:r>
            <a:endParaRPr lang="en-US" sz="1200" dirty="0" smtClean="0">
              <a:solidFill>
                <a:schemeClr val="tx2">
                  <a:lumMod val="60000"/>
                  <a:lumOff val="40000"/>
                </a:schemeClr>
              </a:solidFill>
            </a:endParaRPr>
          </a:p>
        </p:txBody>
      </p:sp>
    </p:spTree>
    <p:extLst>
      <p:ext uri="{BB962C8B-B14F-4D97-AF65-F5344CB8AC3E}">
        <p14:creationId xmlns:p14="http://schemas.microsoft.com/office/powerpoint/2010/main" val="21792109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31" name="Google Shape;123;p14"/>
          <p:cNvSpPr txBox="1">
            <a:spLocks/>
          </p:cNvSpPr>
          <p:nvPr/>
        </p:nvSpPr>
        <p:spPr>
          <a:xfrm>
            <a:off x="224869" y="0"/>
            <a:ext cx="5110800" cy="65563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9pPr>
          </a:lstStyle>
          <a:p>
            <a:r>
              <a:rPr lang="en-US" dirty="0" smtClean="0"/>
              <a:t>1.</a:t>
            </a:r>
            <a:r>
              <a:rPr lang="en-US" b="0" dirty="0"/>
              <a:t> </a:t>
            </a:r>
            <a:r>
              <a:rPr lang="en-US" dirty="0" smtClean="0"/>
              <a:t>INTRODUCTION</a:t>
            </a:r>
            <a:endParaRPr lang="en-US" dirty="0"/>
          </a:p>
        </p:txBody>
      </p:sp>
      <p:sp>
        <p:nvSpPr>
          <p:cNvPr id="7" name="Google Shape;123;p14"/>
          <p:cNvSpPr txBox="1">
            <a:spLocks/>
          </p:cNvSpPr>
          <p:nvPr/>
        </p:nvSpPr>
        <p:spPr>
          <a:xfrm>
            <a:off x="95344" y="1561927"/>
            <a:ext cx="5110800" cy="11598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9pPr>
          </a:lstStyle>
          <a:p>
            <a:r>
              <a:rPr lang="en-US" sz="2800" b="0" dirty="0" smtClean="0"/>
              <a:t>1.</a:t>
            </a:r>
            <a:r>
              <a:rPr lang="en-US" sz="2000" b="0" dirty="0"/>
              <a:t>2</a:t>
            </a:r>
            <a:r>
              <a:rPr lang="en-US" sz="2000" b="0" dirty="0" smtClean="0"/>
              <a:t>.    </a:t>
            </a:r>
            <a:r>
              <a:rPr lang="en-US" dirty="0" smtClean="0"/>
              <a:t>PROJECT   </a:t>
            </a:r>
            <a:br>
              <a:rPr lang="en-US" dirty="0" smtClean="0"/>
            </a:br>
            <a:r>
              <a:rPr lang="en-US" dirty="0" smtClean="0"/>
              <a:t>      OBJECTIVE</a:t>
            </a:r>
            <a:endParaRPr lang="en-US" dirty="0"/>
          </a:p>
        </p:txBody>
      </p:sp>
      <p:sp>
        <p:nvSpPr>
          <p:cNvPr id="11" name="Subtitle 1"/>
          <p:cNvSpPr>
            <a:spLocks noGrp="1"/>
          </p:cNvSpPr>
          <p:nvPr>
            <p:ph type="subTitle" idx="1"/>
          </p:nvPr>
        </p:nvSpPr>
        <p:spPr>
          <a:xfrm>
            <a:off x="651368" y="2828731"/>
            <a:ext cx="5110800" cy="2105093"/>
          </a:xfrm>
        </p:spPr>
        <p:txBody>
          <a:bodyPr/>
          <a:lstStyle/>
          <a:p>
            <a:pPr>
              <a:lnSpc>
                <a:spcPct val="150000"/>
              </a:lnSpc>
              <a:buFont typeface="Wingdings" panose="05000000000000000000" pitchFamily="2" charset="2"/>
              <a:buChar char="Ø"/>
            </a:pPr>
            <a:r>
              <a:rPr lang="en-US" sz="1200" dirty="0">
                <a:solidFill>
                  <a:schemeClr val="tx2">
                    <a:lumMod val="60000"/>
                    <a:lumOff val="40000"/>
                  </a:schemeClr>
                </a:solidFill>
              </a:rPr>
              <a:t>To maintain a shop’s transaction in Computerized System. </a:t>
            </a:r>
          </a:p>
          <a:p>
            <a:pPr>
              <a:lnSpc>
                <a:spcPct val="150000"/>
              </a:lnSpc>
              <a:buFont typeface="Wingdings" panose="05000000000000000000" pitchFamily="2" charset="2"/>
              <a:buChar char="Ø"/>
            </a:pPr>
            <a:r>
              <a:rPr lang="en-US" sz="1200" dirty="0">
                <a:solidFill>
                  <a:schemeClr val="tx2">
                    <a:lumMod val="60000"/>
                    <a:lumOff val="40000"/>
                  </a:schemeClr>
                </a:solidFill>
              </a:rPr>
              <a:t>To give a shop owner a better facility. </a:t>
            </a:r>
          </a:p>
          <a:p>
            <a:pPr>
              <a:lnSpc>
                <a:spcPct val="150000"/>
              </a:lnSpc>
              <a:buFont typeface="Wingdings" panose="05000000000000000000" pitchFamily="2" charset="2"/>
              <a:buChar char="Ø"/>
            </a:pPr>
            <a:r>
              <a:rPr lang="en-US" sz="1200" dirty="0" smtClean="0">
                <a:solidFill>
                  <a:schemeClr val="tx2">
                    <a:lumMod val="60000"/>
                    <a:lumOff val="40000"/>
                  </a:schemeClr>
                </a:solidFill>
              </a:rPr>
              <a:t>To </a:t>
            </a:r>
            <a:r>
              <a:rPr lang="en-US" sz="1200" dirty="0">
                <a:solidFill>
                  <a:schemeClr val="tx2">
                    <a:lumMod val="60000"/>
                    <a:lumOff val="40000"/>
                  </a:schemeClr>
                </a:solidFill>
              </a:rPr>
              <a:t>analysis several parts of the business. </a:t>
            </a:r>
            <a:endParaRPr lang="en-US" sz="1200" dirty="0" smtClean="0">
              <a:solidFill>
                <a:schemeClr val="tx2">
                  <a:lumMod val="60000"/>
                  <a:lumOff val="40000"/>
                </a:schemeClr>
              </a:solidFill>
            </a:endParaRPr>
          </a:p>
          <a:p>
            <a:pPr>
              <a:lnSpc>
                <a:spcPct val="150000"/>
              </a:lnSpc>
              <a:buFont typeface="Wingdings" panose="05000000000000000000" pitchFamily="2" charset="2"/>
              <a:buChar char="Ø"/>
            </a:pPr>
            <a:r>
              <a:rPr lang="en-US" sz="1200" dirty="0">
                <a:solidFill>
                  <a:schemeClr val="tx2">
                    <a:lumMod val="60000"/>
                    <a:lumOff val="40000"/>
                  </a:schemeClr>
                </a:solidFill>
              </a:rPr>
              <a:t>To inform the owner about the storage of the product.</a:t>
            </a:r>
          </a:p>
        </p:txBody>
      </p:sp>
      <p:grpSp>
        <p:nvGrpSpPr>
          <p:cNvPr id="28" name="Grupo 7">
            <a:extLst>
              <a:ext uri="{FF2B5EF4-FFF2-40B4-BE49-F238E27FC236}">
                <a16:creationId xmlns="" xmlns:a16="http://schemas.microsoft.com/office/drawing/2014/main" id="{AE0145CE-E2DF-4E4D-9D00-C685DF2BA777}"/>
              </a:ext>
            </a:extLst>
          </p:cNvPr>
          <p:cNvGrpSpPr/>
          <p:nvPr/>
        </p:nvGrpSpPr>
        <p:grpSpPr>
          <a:xfrm>
            <a:off x="5318114" y="957292"/>
            <a:ext cx="3768827" cy="3272987"/>
            <a:chOff x="5449890" y="2388596"/>
            <a:chExt cx="677099" cy="759637"/>
          </a:xfrm>
        </p:grpSpPr>
        <p:sp>
          <p:nvSpPr>
            <p:cNvPr id="29" name="Google Shape;1302;p46"/>
            <p:cNvSpPr/>
            <p:nvPr/>
          </p:nvSpPr>
          <p:spPr>
            <a:xfrm>
              <a:off x="5585132" y="2388596"/>
              <a:ext cx="505459" cy="685066"/>
            </a:xfrm>
            <a:custGeom>
              <a:avLst/>
              <a:gdLst/>
              <a:ahLst/>
              <a:cxnLst/>
              <a:rect l="l" t="t" r="r" b="b"/>
              <a:pathLst>
                <a:path w="5054590" h="6850657" extrusionOk="0">
                  <a:moveTo>
                    <a:pt x="735" y="0"/>
                  </a:moveTo>
                  <a:lnTo>
                    <a:pt x="5054591" y="2915017"/>
                  </a:lnTo>
                  <a:lnTo>
                    <a:pt x="5053856" y="6850657"/>
                  </a:lnTo>
                  <a:lnTo>
                    <a:pt x="0" y="3935640"/>
                  </a:lnTo>
                  <a:lnTo>
                    <a:pt x="735" y="0"/>
                  </a:lnTo>
                  <a:close/>
                </a:path>
              </a:pathLst>
            </a:custGeom>
            <a:solidFill>
              <a:srgbClr val="FFFFFF">
                <a:alpha val="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0" name="Google Shape;1303;p46"/>
            <p:cNvSpPr/>
            <p:nvPr/>
          </p:nvSpPr>
          <p:spPr>
            <a:xfrm>
              <a:off x="5561622" y="2401314"/>
              <a:ext cx="505459" cy="685066"/>
            </a:xfrm>
            <a:custGeom>
              <a:avLst/>
              <a:gdLst/>
              <a:ahLst/>
              <a:cxnLst/>
              <a:rect l="l" t="t" r="r" b="b"/>
              <a:pathLst>
                <a:path w="5054590" h="6850657" extrusionOk="0">
                  <a:moveTo>
                    <a:pt x="735" y="0"/>
                  </a:moveTo>
                  <a:lnTo>
                    <a:pt x="5054591" y="2915017"/>
                  </a:lnTo>
                  <a:lnTo>
                    <a:pt x="5053856" y="6850657"/>
                  </a:lnTo>
                  <a:lnTo>
                    <a:pt x="0" y="3935640"/>
                  </a:lnTo>
                  <a:lnTo>
                    <a:pt x="735" y="0"/>
                  </a:lnTo>
                  <a:close/>
                </a:path>
              </a:pathLst>
            </a:custGeom>
            <a:gradFill>
              <a:gsLst>
                <a:gs pos="0">
                  <a:srgbClr val="FFFFFF">
                    <a:alpha val="40000"/>
                  </a:srgbClr>
                </a:gs>
                <a:gs pos="100000">
                  <a:srgbClr val="FFFFFF">
                    <a:alpha val="0"/>
                  </a:srgbClr>
                </a:gs>
              </a:gsLst>
              <a:lin ang="6600474"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3" name="Google Shape;1304;p46"/>
            <p:cNvSpPr/>
            <p:nvPr/>
          </p:nvSpPr>
          <p:spPr>
            <a:xfrm>
              <a:off x="5561695" y="2401314"/>
              <a:ext cx="504724" cy="344515"/>
            </a:xfrm>
            <a:custGeom>
              <a:avLst/>
              <a:gdLst/>
              <a:ahLst/>
              <a:cxnLst/>
              <a:rect l="l" t="t" r="r" b="b"/>
              <a:pathLst>
                <a:path w="5047243" h="3445153" extrusionOk="0">
                  <a:moveTo>
                    <a:pt x="0" y="0"/>
                  </a:moveTo>
                  <a:lnTo>
                    <a:pt x="5047243" y="2911346"/>
                  </a:lnTo>
                  <a:lnTo>
                    <a:pt x="5047243" y="3445154"/>
                  </a:lnTo>
                  <a:lnTo>
                    <a:pt x="0" y="533808"/>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4" name="Google Shape;1305;p46"/>
            <p:cNvSpPr/>
            <p:nvPr/>
          </p:nvSpPr>
          <p:spPr>
            <a:xfrm>
              <a:off x="5514148" y="2579096"/>
              <a:ext cx="130645" cy="111534"/>
            </a:xfrm>
            <a:custGeom>
              <a:avLst/>
              <a:gdLst/>
              <a:ahLst/>
              <a:cxnLst/>
              <a:rect l="l" t="t" r="r" b="b"/>
              <a:pathLst>
                <a:path w="1306448" h="1115342" extrusionOk="0">
                  <a:moveTo>
                    <a:pt x="0" y="0"/>
                  </a:moveTo>
                  <a:lnTo>
                    <a:pt x="1306449" y="753352"/>
                  </a:lnTo>
                  <a:lnTo>
                    <a:pt x="1306449" y="1115343"/>
                  </a:lnTo>
                  <a:lnTo>
                    <a:pt x="0" y="361991"/>
                  </a:lnTo>
                  <a:lnTo>
                    <a:pt x="0" y="0"/>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5" name="Google Shape;1306;p46"/>
            <p:cNvSpPr/>
            <p:nvPr/>
          </p:nvSpPr>
          <p:spPr>
            <a:xfrm>
              <a:off x="5873279" y="2780382"/>
              <a:ext cx="130645" cy="111534"/>
            </a:xfrm>
            <a:custGeom>
              <a:avLst/>
              <a:gdLst/>
              <a:ahLst/>
              <a:cxnLst/>
              <a:rect l="l" t="t" r="r" b="b"/>
              <a:pathLst>
                <a:path w="1306449" h="1115343" extrusionOk="0">
                  <a:moveTo>
                    <a:pt x="0" y="0"/>
                  </a:moveTo>
                  <a:lnTo>
                    <a:pt x="1306449" y="753352"/>
                  </a:lnTo>
                  <a:lnTo>
                    <a:pt x="1306449" y="1115343"/>
                  </a:lnTo>
                  <a:lnTo>
                    <a:pt x="0" y="361991"/>
                  </a:lnTo>
                  <a:lnTo>
                    <a:pt x="0" y="0"/>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6" name="Google Shape;1307;p46"/>
            <p:cNvSpPr/>
            <p:nvPr/>
          </p:nvSpPr>
          <p:spPr>
            <a:xfrm>
              <a:off x="5595689" y="2548855"/>
              <a:ext cx="289946" cy="179600"/>
            </a:xfrm>
            <a:custGeom>
              <a:avLst/>
              <a:gdLst/>
              <a:ahLst/>
              <a:cxnLst/>
              <a:rect l="l" t="t" r="r" b="b"/>
              <a:pathLst>
                <a:path w="2899464" h="1796003" extrusionOk="0">
                  <a:moveTo>
                    <a:pt x="0" y="0"/>
                  </a:moveTo>
                  <a:lnTo>
                    <a:pt x="2899464" y="1672647"/>
                  </a:lnTo>
                  <a:lnTo>
                    <a:pt x="2899464" y="1796003"/>
                  </a:lnTo>
                  <a:lnTo>
                    <a:pt x="0" y="124090"/>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7" name="Google Shape;1308;p46"/>
            <p:cNvSpPr/>
            <p:nvPr/>
          </p:nvSpPr>
          <p:spPr>
            <a:xfrm>
              <a:off x="5595689" y="2573678"/>
              <a:ext cx="250194" cy="156618"/>
            </a:xfrm>
            <a:custGeom>
              <a:avLst/>
              <a:gdLst/>
              <a:ahLst/>
              <a:cxnLst/>
              <a:rect l="l" t="t" r="r" b="b"/>
              <a:pathLst>
                <a:path w="2501945" h="1566179" extrusionOk="0">
                  <a:moveTo>
                    <a:pt x="0" y="0"/>
                  </a:moveTo>
                  <a:lnTo>
                    <a:pt x="2501946" y="1442823"/>
                  </a:lnTo>
                  <a:lnTo>
                    <a:pt x="2501946" y="1566179"/>
                  </a:lnTo>
                  <a:lnTo>
                    <a:pt x="0" y="123356"/>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8" name="Google Shape;1309;p46"/>
            <p:cNvSpPr/>
            <p:nvPr/>
          </p:nvSpPr>
          <p:spPr>
            <a:xfrm>
              <a:off x="5595689" y="2598207"/>
              <a:ext cx="212867" cy="135104"/>
            </a:xfrm>
            <a:custGeom>
              <a:avLst/>
              <a:gdLst/>
              <a:ahLst/>
              <a:cxnLst/>
              <a:rect l="l" t="t" r="r" b="b"/>
              <a:pathLst>
                <a:path w="2128674" h="1351040" extrusionOk="0">
                  <a:moveTo>
                    <a:pt x="0" y="0"/>
                  </a:moveTo>
                  <a:lnTo>
                    <a:pt x="2128674" y="1227685"/>
                  </a:lnTo>
                  <a:lnTo>
                    <a:pt x="2128674" y="1351041"/>
                  </a:lnTo>
                  <a:lnTo>
                    <a:pt x="0" y="123356"/>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9" name="Google Shape;1310;p46"/>
            <p:cNvSpPr/>
            <p:nvPr/>
          </p:nvSpPr>
          <p:spPr>
            <a:xfrm>
              <a:off x="5474506" y="2661489"/>
              <a:ext cx="212280" cy="231733"/>
            </a:xfrm>
            <a:custGeom>
              <a:avLst/>
              <a:gdLst/>
              <a:ahLst/>
              <a:cxnLst/>
              <a:rect l="l" t="t" r="r" b="b"/>
              <a:pathLst>
                <a:path w="2122796" h="2317328" extrusionOk="0">
                  <a:moveTo>
                    <a:pt x="0" y="0"/>
                  </a:moveTo>
                  <a:lnTo>
                    <a:pt x="2122796" y="1224014"/>
                  </a:lnTo>
                  <a:lnTo>
                    <a:pt x="2122796" y="2317328"/>
                  </a:lnTo>
                  <a:lnTo>
                    <a:pt x="0" y="1093315"/>
                  </a:lnTo>
                  <a:lnTo>
                    <a:pt x="0" y="0"/>
                  </a:lnTo>
                  <a:close/>
                </a:path>
              </a:pathLst>
            </a:custGeom>
            <a:solidFill>
              <a:srgbClr val="FFFFFF">
                <a:alpha val="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0" name="Google Shape;1311;p46"/>
            <p:cNvSpPr/>
            <p:nvPr/>
          </p:nvSpPr>
          <p:spPr>
            <a:xfrm>
              <a:off x="5595689" y="2437983"/>
              <a:ext cx="20868" cy="31247"/>
            </a:xfrm>
            <a:custGeom>
              <a:avLst/>
              <a:gdLst/>
              <a:ahLst/>
              <a:cxnLst/>
              <a:rect l="l" t="t" r="r" b="b"/>
              <a:pathLst>
                <a:path w="208679" h="312470" extrusionOk="0">
                  <a:moveTo>
                    <a:pt x="208679" y="216028"/>
                  </a:moveTo>
                  <a:cubicBezTo>
                    <a:pt x="208679" y="296062"/>
                    <a:pt x="161653" y="333509"/>
                    <a:pt x="104340" y="300468"/>
                  </a:cubicBezTo>
                  <a:cubicBezTo>
                    <a:pt x="47026" y="267426"/>
                    <a:pt x="0" y="175643"/>
                    <a:pt x="0" y="96343"/>
                  </a:cubicBezTo>
                  <a:cubicBezTo>
                    <a:pt x="0" y="17043"/>
                    <a:pt x="47026" y="-21139"/>
                    <a:pt x="104340" y="11903"/>
                  </a:cubicBezTo>
                  <a:cubicBezTo>
                    <a:pt x="161653" y="44945"/>
                    <a:pt x="208679" y="136727"/>
                    <a:pt x="208679" y="216028"/>
                  </a:cubicBez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 name="Google Shape;1312;p46"/>
            <p:cNvSpPr/>
            <p:nvPr/>
          </p:nvSpPr>
          <p:spPr>
            <a:xfrm>
              <a:off x="5872018" y="2838394"/>
              <a:ext cx="254971" cy="256404"/>
            </a:xfrm>
            <a:custGeom>
              <a:avLst/>
              <a:gdLst/>
              <a:ahLst/>
              <a:cxnLst/>
              <a:rect l="l" t="t" r="r" b="b"/>
              <a:pathLst>
                <a:path w="2549706" h="2564040" extrusionOk="0">
                  <a:moveTo>
                    <a:pt x="0" y="0"/>
                  </a:moveTo>
                  <a:lnTo>
                    <a:pt x="2549707" y="1470725"/>
                  </a:lnTo>
                  <a:lnTo>
                    <a:pt x="2549707" y="2564040"/>
                  </a:lnTo>
                  <a:lnTo>
                    <a:pt x="0" y="1093315"/>
                  </a:lnTo>
                  <a:lnTo>
                    <a:pt x="0" y="0"/>
                  </a:lnTo>
                  <a:close/>
                </a:path>
              </a:pathLst>
            </a:custGeom>
            <a:gradFill>
              <a:gsLst>
                <a:gs pos="0">
                  <a:srgbClr val="FFFFFF">
                    <a:alpha val="29803"/>
                    <a:alpha val="29800"/>
                  </a:srgbClr>
                </a:gs>
                <a:gs pos="100000">
                  <a:srgbClr val="FFFFFF">
                    <a:alpha val="0"/>
                  </a:srgbClr>
                </a:gs>
              </a:gsLst>
              <a:lin ang="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2" name="Google Shape;1313;p46"/>
            <p:cNvSpPr/>
            <p:nvPr/>
          </p:nvSpPr>
          <p:spPr>
            <a:xfrm>
              <a:off x="5890847" y="2871416"/>
              <a:ext cx="38429" cy="58374"/>
            </a:xfrm>
            <a:custGeom>
              <a:avLst/>
              <a:gdLst/>
              <a:ahLst/>
              <a:cxnLst/>
              <a:rect l="l" t="t" r="r" b="b"/>
              <a:pathLst>
                <a:path w="384292" h="583737" extrusionOk="0">
                  <a:moveTo>
                    <a:pt x="0" y="0"/>
                  </a:moveTo>
                  <a:lnTo>
                    <a:pt x="384293" y="221747"/>
                  </a:lnTo>
                  <a:lnTo>
                    <a:pt x="384293" y="583738"/>
                  </a:lnTo>
                  <a:lnTo>
                    <a:pt x="0" y="361991"/>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3" name="Google Shape;1314;p46"/>
            <p:cNvSpPr/>
            <p:nvPr/>
          </p:nvSpPr>
          <p:spPr>
            <a:xfrm>
              <a:off x="5938027" y="2899900"/>
              <a:ext cx="38429" cy="58374"/>
            </a:xfrm>
            <a:custGeom>
              <a:avLst/>
              <a:gdLst/>
              <a:ahLst/>
              <a:cxnLst/>
              <a:rect l="l" t="t" r="r" b="b"/>
              <a:pathLst>
                <a:path w="384293" h="583737" extrusionOk="0">
                  <a:moveTo>
                    <a:pt x="0" y="0"/>
                  </a:moveTo>
                  <a:lnTo>
                    <a:pt x="384293" y="221747"/>
                  </a:lnTo>
                  <a:lnTo>
                    <a:pt x="384293" y="583738"/>
                  </a:lnTo>
                  <a:lnTo>
                    <a:pt x="0" y="361991"/>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4" name="Google Shape;1315;p46"/>
            <p:cNvSpPr/>
            <p:nvPr/>
          </p:nvSpPr>
          <p:spPr>
            <a:xfrm>
              <a:off x="5985208" y="2926626"/>
              <a:ext cx="38429" cy="58374"/>
            </a:xfrm>
            <a:custGeom>
              <a:avLst/>
              <a:gdLst/>
              <a:ahLst/>
              <a:cxnLst/>
              <a:rect l="l" t="t" r="r" b="b"/>
              <a:pathLst>
                <a:path w="384292" h="583737" extrusionOk="0">
                  <a:moveTo>
                    <a:pt x="0" y="0"/>
                  </a:moveTo>
                  <a:lnTo>
                    <a:pt x="384293" y="221747"/>
                  </a:lnTo>
                  <a:lnTo>
                    <a:pt x="384293" y="583738"/>
                  </a:lnTo>
                  <a:lnTo>
                    <a:pt x="0" y="361257"/>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5" name="Google Shape;1316;p46"/>
            <p:cNvSpPr/>
            <p:nvPr/>
          </p:nvSpPr>
          <p:spPr>
            <a:xfrm>
              <a:off x="6032389" y="2955109"/>
              <a:ext cx="38429" cy="58374"/>
            </a:xfrm>
            <a:custGeom>
              <a:avLst/>
              <a:gdLst/>
              <a:ahLst/>
              <a:cxnLst/>
              <a:rect l="l" t="t" r="r" b="b"/>
              <a:pathLst>
                <a:path w="384292" h="583737" extrusionOk="0">
                  <a:moveTo>
                    <a:pt x="0" y="0"/>
                  </a:moveTo>
                  <a:lnTo>
                    <a:pt x="384293" y="221747"/>
                  </a:lnTo>
                  <a:lnTo>
                    <a:pt x="384293" y="583738"/>
                  </a:lnTo>
                  <a:lnTo>
                    <a:pt x="0" y="361991"/>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6" name="Google Shape;1317;p46"/>
            <p:cNvSpPr/>
            <p:nvPr/>
          </p:nvSpPr>
          <p:spPr>
            <a:xfrm>
              <a:off x="5449890" y="2673790"/>
              <a:ext cx="212279" cy="231733"/>
            </a:xfrm>
            <a:custGeom>
              <a:avLst/>
              <a:gdLst/>
              <a:ahLst/>
              <a:cxnLst/>
              <a:rect l="l" t="t" r="r" b="b"/>
              <a:pathLst>
                <a:path w="2122795" h="2317328" extrusionOk="0">
                  <a:moveTo>
                    <a:pt x="0" y="0"/>
                  </a:moveTo>
                  <a:lnTo>
                    <a:pt x="2122796" y="1224014"/>
                  </a:lnTo>
                  <a:lnTo>
                    <a:pt x="2122796" y="2317329"/>
                  </a:lnTo>
                  <a:lnTo>
                    <a:pt x="0" y="1093315"/>
                  </a:lnTo>
                  <a:lnTo>
                    <a:pt x="0" y="0"/>
                  </a:lnTo>
                  <a:close/>
                </a:path>
              </a:pathLst>
            </a:custGeom>
            <a:gradFill>
              <a:gsLst>
                <a:gs pos="0">
                  <a:srgbClr val="FFFFFF">
                    <a:alpha val="29803"/>
                    <a:alpha val="29800"/>
                  </a:srgbClr>
                </a:gs>
                <a:gs pos="100000">
                  <a:srgbClr val="FFFFFF">
                    <a:alpha val="0"/>
                  </a:srgbClr>
                </a:gs>
              </a:gsLst>
              <a:lin ang="1080140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7" name="Google Shape;1318;p46"/>
            <p:cNvSpPr/>
            <p:nvPr/>
          </p:nvSpPr>
          <p:spPr>
            <a:xfrm>
              <a:off x="5464322" y="2708351"/>
              <a:ext cx="168633" cy="109625"/>
            </a:xfrm>
            <a:custGeom>
              <a:avLst/>
              <a:gdLst/>
              <a:ahLst/>
              <a:cxnLst/>
              <a:rect l="l" t="t" r="r" b="b"/>
              <a:pathLst>
                <a:path w="1686333" h="1096251" extrusionOk="0">
                  <a:moveTo>
                    <a:pt x="0" y="0"/>
                  </a:moveTo>
                  <a:lnTo>
                    <a:pt x="1686333" y="972896"/>
                  </a:lnTo>
                  <a:lnTo>
                    <a:pt x="1686333" y="1096252"/>
                  </a:lnTo>
                  <a:lnTo>
                    <a:pt x="0" y="124090"/>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8" name="Google Shape;1319;p46"/>
            <p:cNvSpPr/>
            <p:nvPr/>
          </p:nvSpPr>
          <p:spPr>
            <a:xfrm>
              <a:off x="5464322" y="2733173"/>
              <a:ext cx="135054" cy="90241"/>
            </a:xfrm>
            <a:custGeom>
              <a:avLst/>
              <a:gdLst/>
              <a:ahLst/>
              <a:cxnLst/>
              <a:rect l="l" t="t" r="r" b="b"/>
              <a:pathLst>
                <a:path w="1350536" h="902407" extrusionOk="0">
                  <a:moveTo>
                    <a:pt x="0" y="0"/>
                  </a:moveTo>
                  <a:lnTo>
                    <a:pt x="1350536" y="779051"/>
                  </a:lnTo>
                  <a:lnTo>
                    <a:pt x="1350536" y="902407"/>
                  </a:lnTo>
                  <a:lnTo>
                    <a:pt x="0" y="123356"/>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9" name="Google Shape;1320;p46"/>
            <p:cNvSpPr/>
            <p:nvPr/>
          </p:nvSpPr>
          <p:spPr>
            <a:xfrm>
              <a:off x="5681609" y="2910721"/>
              <a:ext cx="170985" cy="237512"/>
            </a:xfrm>
            <a:custGeom>
              <a:avLst/>
              <a:gdLst/>
              <a:ahLst/>
              <a:cxnLst/>
              <a:rect l="l" t="t" r="r" b="b"/>
              <a:pathLst>
                <a:path w="1709846" h="2375115" extrusionOk="0">
                  <a:moveTo>
                    <a:pt x="714212" y="714693"/>
                  </a:moveTo>
                  <a:cubicBezTo>
                    <a:pt x="714212" y="860077"/>
                    <a:pt x="681881" y="953328"/>
                    <a:pt x="617220" y="993713"/>
                  </a:cubicBezTo>
                  <a:cubicBezTo>
                    <a:pt x="552559" y="1034097"/>
                    <a:pt x="465854" y="1023083"/>
                    <a:pt x="357106" y="959937"/>
                  </a:cubicBezTo>
                  <a:cubicBezTo>
                    <a:pt x="248358" y="897525"/>
                    <a:pt x="161653" y="808679"/>
                    <a:pt x="96992" y="693400"/>
                  </a:cubicBezTo>
                  <a:cubicBezTo>
                    <a:pt x="32331" y="578855"/>
                    <a:pt x="0" y="448157"/>
                    <a:pt x="0" y="302773"/>
                  </a:cubicBezTo>
                  <a:cubicBezTo>
                    <a:pt x="0" y="157389"/>
                    <a:pt x="32331" y="64138"/>
                    <a:pt x="96992" y="23754"/>
                  </a:cubicBezTo>
                  <a:cubicBezTo>
                    <a:pt x="161653" y="-16631"/>
                    <a:pt x="248358" y="-5617"/>
                    <a:pt x="357106" y="57529"/>
                  </a:cubicBezTo>
                  <a:cubicBezTo>
                    <a:pt x="465854" y="120676"/>
                    <a:pt x="552559" y="208788"/>
                    <a:pt x="617220" y="324067"/>
                  </a:cubicBezTo>
                  <a:cubicBezTo>
                    <a:pt x="681881" y="438611"/>
                    <a:pt x="714212" y="568576"/>
                    <a:pt x="714212" y="714693"/>
                  </a:cubicBezTo>
                  <a:close/>
                  <a:moveTo>
                    <a:pt x="486428" y="583261"/>
                  </a:moveTo>
                  <a:cubicBezTo>
                    <a:pt x="486428" y="503961"/>
                    <a:pt x="474672" y="440080"/>
                    <a:pt x="450424" y="390150"/>
                  </a:cubicBezTo>
                  <a:cubicBezTo>
                    <a:pt x="426176" y="340220"/>
                    <a:pt x="395315" y="304976"/>
                    <a:pt x="357841" y="282948"/>
                  </a:cubicBezTo>
                  <a:cubicBezTo>
                    <a:pt x="318897" y="260186"/>
                    <a:pt x="287301" y="260186"/>
                    <a:pt x="263053" y="281479"/>
                  </a:cubicBezTo>
                  <a:cubicBezTo>
                    <a:pt x="240275" y="304242"/>
                    <a:pt x="228518" y="354905"/>
                    <a:pt x="228518" y="433471"/>
                  </a:cubicBezTo>
                  <a:cubicBezTo>
                    <a:pt x="228518" y="512771"/>
                    <a:pt x="240275" y="577387"/>
                    <a:pt x="263053" y="627316"/>
                  </a:cubicBezTo>
                  <a:cubicBezTo>
                    <a:pt x="287301" y="677246"/>
                    <a:pt x="318897" y="713225"/>
                    <a:pt x="357841" y="735253"/>
                  </a:cubicBezTo>
                  <a:cubicBezTo>
                    <a:pt x="395315" y="757281"/>
                    <a:pt x="426176" y="757281"/>
                    <a:pt x="450424" y="735253"/>
                  </a:cubicBezTo>
                  <a:cubicBezTo>
                    <a:pt x="473937" y="713225"/>
                    <a:pt x="486428" y="661827"/>
                    <a:pt x="486428" y="583261"/>
                  </a:cubicBezTo>
                  <a:close/>
                  <a:moveTo>
                    <a:pt x="1107322" y="527457"/>
                  </a:moveTo>
                  <a:lnTo>
                    <a:pt x="1387275" y="688994"/>
                  </a:lnTo>
                  <a:lnTo>
                    <a:pt x="598850" y="1845456"/>
                  </a:lnTo>
                  <a:lnTo>
                    <a:pt x="318897" y="1683918"/>
                  </a:lnTo>
                  <a:lnTo>
                    <a:pt x="1107322" y="527457"/>
                  </a:lnTo>
                  <a:close/>
                  <a:moveTo>
                    <a:pt x="1709846" y="2072343"/>
                  </a:moveTo>
                  <a:cubicBezTo>
                    <a:pt x="1709846" y="2217726"/>
                    <a:pt x="1677516" y="2310978"/>
                    <a:pt x="1612855" y="2351362"/>
                  </a:cubicBezTo>
                  <a:cubicBezTo>
                    <a:pt x="1548194" y="2391746"/>
                    <a:pt x="1461489" y="2380732"/>
                    <a:pt x="1352741" y="2317586"/>
                  </a:cubicBezTo>
                  <a:cubicBezTo>
                    <a:pt x="1243992" y="2255174"/>
                    <a:pt x="1157288" y="2166328"/>
                    <a:pt x="1092626" y="2051049"/>
                  </a:cubicBezTo>
                  <a:cubicBezTo>
                    <a:pt x="1027965" y="1936504"/>
                    <a:pt x="995635" y="1805806"/>
                    <a:pt x="995635" y="1660422"/>
                  </a:cubicBezTo>
                  <a:cubicBezTo>
                    <a:pt x="995635" y="1515038"/>
                    <a:pt x="1027965" y="1421787"/>
                    <a:pt x="1092626" y="1381403"/>
                  </a:cubicBezTo>
                  <a:cubicBezTo>
                    <a:pt x="1157288" y="1341019"/>
                    <a:pt x="1243992" y="1352032"/>
                    <a:pt x="1352741" y="1415179"/>
                  </a:cubicBezTo>
                  <a:cubicBezTo>
                    <a:pt x="1461489" y="1477591"/>
                    <a:pt x="1548194" y="1566436"/>
                    <a:pt x="1612855" y="1681715"/>
                  </a:cubicBezTo>
                  <a:cubicBezTo>
                    <a:pt x="1677516" y="1796260"/>
                    <a:pt x="1709846" y="1926959"/>
                    <a:pt x="1709846" y="2072343"/>
                  </a:cubicBezTo>
                  <a:close/>
                  <a:moveTo>
                    <a:pt x="1482063" y="1940910"/>
                  </a:moveTo>
                  <a:cubicBezTo>
                    <a:pt x="1482063" y="1861609"/>
                    <a:pt x="1470306" y="1797729"/>
                    <a:pt x="1446058" y="1747799"/>
                  </a:cubicBezTo>
                  <a:cubicBezTo>
                    <a:pt x="1421810" y="1697869"/>
                    <a:pt x="1390949" y="1662625"/>
                    <a:pt x="1353475" y="1640597"/>
                  </a:cubicBezTo>
                  <a:cubicBezTo>
                    <a:pt x="1314532" y="1617835"/>
                    <a:pt x="1282936" y="1617835"/>
                    <a:pt x="1258688" y="1639128"/>
                  </a:cubicBezTo>
                  <a:cubicBezTo>
                    <a:pt x="1235910" y="1661890"/>
                    <a:pt x="1224153" y="1712555"/>
                    <a:pt x="1224153" y="1791121"/>
                  </a:cubicBezTo>
                  <a:cubicBezTo>
                    <a:pt x="1224153" y="1870421"/>
                    <a:pt x="1235910" y="1935036"/>
                    <a:pt x="1258688" y="1984965"/>
                  </a:cubicBezTo>
                  <a:cubicBezTo>
                    <a:pt x="1282936" y="2034895"/>
                    <a:pt x="1314532" y="2070874"/>
                    <a:pt x="1353475" y="2092902"/>
                  </a:cubicBezTo>
                  <a:cubicBezTo>
                    <a:pt x="1390949" y="2114930"/>
                    <a:pt x="1421810" y="2114930"/>
                    <a:pt x="1446058" y="2092902"/>
                  </a:cubicBezTo>
                  <a:cubicBezTo>
                    <a:pt x="1469571" y="2071608"/>
                    <a:pt x="1482063" y="2020210"/>
                    <a:pt x="1482063" y="1940910"/>
                  </a:cubicBezTo>
                  <a:close/>
                </a:path>
              </a:pathLst>
            </a:custGeom>
            <a:gradFill>
              <a:gsLst>
                <a:gs pos="0">
                  <a:schemeClr val="accent1"/>
                </a:gs>
                <a:gs pos="100000">
                  <a:schemeClr val="accent2"/>
                </a:gs>
              </a:gsLst>
              <a:lin ang="0" scaled="0"/>
            </a:gradFill>
            <a:ln>
              <a:noFill/>
            </a:ln>
          </p:spPr>
          <p:txBody>
            <a:bodyPr spcFirstLastPara="1" wrap="square" lIns="68575" tIns="34275" rIns="68575" bIns="34275" anchor="ctr" anchorCtr="0">
              <a:noAutofit/>
            </a:bodyPr>
            <a:lstStyle/>
            <a:p>
              <a:endParaRPr>
                <a:solidFill>
                  <a:schemeClr val="dk1"/>
                </a:solidFill>
                <a:latin typeface="Calibri"/>
                <a:cs typeface="Calibri"/>
                <a:sym typeface="Calibri"/>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6"/>
          <p:cNvSpPr txBox="1">
            <a:spLocks noGrp="1"/>
          </p:cNvSpPr>
          <p:nvPr>
            <p:ph type="title"/>
          </p:nvPr>
        </p:nvSpPr>
        <p:spPr>
          <a:xfrm>
            <a:off x="855300" y="836000"/>
            <a:ext cx="5307000" cy="396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smtClean="0"/>
              <a:t>TOOLS</a:t>
            </a:r>
            <a:endParaRPr dirty="0"/>
          </a:p>
        </p:txBody>
      </p:sp>
      <p:sp>
        <p:nvSpPr>
          <p:cNvPr id="163" name="Google Shape;163;p16"/>
          <p:cNvSpPr txBox="1">
            <a:spLocks noGrp="1"/>
          </p:cNvSpPr>
          <p:nvPr>
            <p:ph type="body" idx="1"/>
          </p:nvPr>
        </p:nvSpPr>
        <p:spPr>
          <a:xfrm>
            <a:off x="855300" y="1353948"/>
            <a:ext cx="5307000" cy="3033900"/>
          </a:xfrm>
          <a:prstGeom prst="rect">
            <a:avLst/>
          </a:prstGeom>
        </p:spPr>
        <p:txBody>
          <a:bodyPr spcFirstLastPara="1" wrap="square" lIns="0" tIns="0" rIns="0" bIns="0" anchor="t" anchorCtr="0">
            <a:noAutofit/>
          </a:bodyPr>
          <a:lstStyle/>
          <a:p>
            <a:pPr>
              <a:buFont typeface="Wingdings" panose="05000000000000000000" pitchFamily="2" charset="2"/>
              <a:buChar char="v"/>
            </a:pPr>
            <a:r>
              <a:rPr lang="en-US" sz="1100" smtClean="0">
                <a:solidFill>
                  <a:schemeClr val="tx2">
                    <a:lumMod val="60000"/>
                    <a:lumOff val="40000"/>
                  </a:schemeClr>
                </a:solidFill>
                <a:latin typeface="Barlow" panose="020B0604020202020204" charset="0"/>
              </a:rPr>
              <a:t>OOP (</a:t>
            </a:r>
            <a:r>
              <a:rPr lang="en-US" sz="1100" dirty="0">
                <a:solidFill>
                  <a:schemeClr val="tx2">
                    <a:lumMod val="60000"/>
                    <a:lumOff val="40000"/>
                  </a:schemeClr>
                </a:solidFill>
                <a:latin typeface="Barlow" panose="020B0604020202020204" charset="0"/>
              </a:rPr>
              <a:t>Object oriented programming language</a:t>
            </a:r>
            <a:r>
              <a:rPr lang="en-US" sz="1100" dirty="0" smtClean="0">
                <a:solidFill>
                  <a:schemeClr val="tx2">
                    <a:lumMod val="60000"/>
                    <a:lumOff val="40000"/>
                  </a:schemeClr>
                </a:solidFill>
                <a:latin typeface="Barlow" panose="020B0604020202020204" charset="0"/>
              </a:rPr>
              <a:t>)</a:t>
            </a:r>
          </a:p>
          <a:p>
            <a:pPr marL="76200" indent="0">
              <a:buNone/>
            </a:pPr>
            <a:endParaRPr lang="en-US" sz="1100" dirty="0">
              <a:solidFill>
                <a:schemeClr val="tx2">
                  <a:lumMod val="60000"/>
                  <a:lumOff val="40000"/>
                </a:schemeClr>
              </a:solidFill>
              <a:latin typeface="Barlow" panose="020B0604020202020204" charset="0"/>
            </a:endParaRPr>
          </a:p>
          <a:p>
            <a:pPr lvl="0">
              <a:buFont typeface="Wingdings" panose="05000000000000000000" pitchFamily="2" charset="2"/>
              <a:buChar char="v"/>
            </a:pPr>
            <a:r>
              <a:rPr lang="en-US" sz="1100" dirty="0" smtClean="0">
                <a:solidFill>
                  <a:schemeClr val="tx2">
                    <a:lumMod val="60000"/>
                    <a:lumOff val="40000"/>
                  </a:schemeClr>
                </a:solidFill>
                <a:latin typeface="Barlow" panose="020B0604020202020204" charset="0"/>
              </a:rPr>
              <a:t>Code</a:t>
            </a:r>
            <a:r>
              <a:rPr lang="en-US" sz="1100" dirty="0">
                <a:solidFill>
                  <a:schemeClr val="tx2">
                    <a:lumMod val="60000"/>
                    <a:lumOff val="40000"/>
                  </a:schemeClr>
                </a:solidFill>
                <a:latin typeface="Barlow" panose="020B0604020202020204" charset="0"/>
              </a:rPr>
              <a:t>::blocks (</a:t>
            </a:r>
            <a:r>
              <a:rPr lang="en-US" sz="1100" dirty="0" smtClean="0">
                <a:solidFill>
                  <a:schemeClr val="tx2">
                    <a:lumMod val="60000"/>
                    <a:lumOff val="40000"/>
                  </a:schemeClr>
                </a:solidFill>
                <a:latin typeface="Barlow" panose="020B0604020202020204" charset="0"/>
              </a:rPr>
              <a:t>20.03)</a:t>
            </a:r>
          </a:p>
        </p:txBody>
      </p:sp>
      <p:pic>
        <p:nvPicPr>
          <p:cNvPr id="172" name="Picture 17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5623" y="520785"/>
            <a:ext cx="4468377" cy="4343409"/>
          </a:xfrm>
          <a:prstGeom prst="rect">
            <a:avLst/>
          </a:prstGeom>
        </p:spPr>
      </p:pic>
      <p:sp>
        <p:nvSpPr>
          <p:cNvPr id="173" name="Google Shape;123;p14"/>
          <p:cNvSpPr txBox="1">
            <a:spLocks/>
          </p:cNvSpPr>
          <p:nvPr/>
        </p:nvSpPr>
        <p:spPr>
          <a:xfrm>
            <a:off x="224868" y="0"/>
            <a:ext cx="5937431" cy="65563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9pPr>
          </a:lstStyle>
          <a:p>
            <a:r>
              <a:rPr lang="en-US" dirty="0" smtClean="0"/>
              <a:t>LANGUAGE </a:t>
            </a:r>
            <a:r>
              <a:rPr lang="en-US" dirty="0"/>
              <a:t>AND TOOLS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127" name="Google Shape;8804;p71"/>
          <p:cNvSpPr/>
          <p:nvPr/>
        </p:nvSpPr>
        <p:spPr>
          <a:xfrm>
            <a:off x="3505392" y="1308235"/>
            <a:ext cx="523939" cy="1268658"/>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noFill/>
          <a:ln w="9525" cap="rnd" cmpd="sng">
            <a:solidFill>
              <a:schemeClr val="bg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8610;p71"/>
          <p:cNvSpPr/>
          <p:nvPr/>
        </p:nvSpPr>
        <p:spPr>
          <a:xfrm>
            <a:off x="807038" y="2370216"/>
            <a:ext cx="850722" cy="424130"/>
          </a:xfrm>
          <a:prstGeom prst="roundRect">
            <a:avLst>
              <a:gd name="adj" fmla="val 50000"/>
            </a:avLst>
          </a:prstGeom>
          <a:no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smtClean="0">
                <a:solidFill>
                  <a:schemeClr val="tx2">
                    <a:lumMod val="60000"/>
                    <a:lumOff val="40000"/>
                  </a:schemeClr>
                </a:solidFill>
                <a:latin typeface="Barlow" panose="020B0604020202020204" charset="0"/>
              </a:rPr>
              <a:t>START</a:t>
            </a:r>
            <a:endParaRPr dirty="0">
              <a:solidFill>
                <a:schemeClr val="tx2">
                  <a:lumMod val="60000"/>
                  <a:lumOff val="40000"/>
                </a:schemeClr>
              </a:solidFill>
              <a:latin typeface="Barlow" panose="020B0604020202020204" charset="0"/>
            </a:endParaRPr>
          </a:p>
        </p:txBody>
      </p:sp>
      <p:grpSp>
        <p:nvGrpSpPr>
          <p:cNvPr id="61" name="Google Shape;9673;p74"/>
          <p:cNvGrpSpPr/>
          <p:nvPr/>
        </p:nvGrpSpPr>
        <p:grpSpPr>
          <a:xfrm>
            <a:off x="1657760" y="2582281"/>
            <a:ext cx="420890" cy="100424"/>
            <a:chOff x="5224975" y="2962250"/>
            <a:chExt cx="1544400" cy="0"/>
          </a:xfrm>
        </p:grpSpPr>
        <p:cxnSp>
          <p:nvCxnSpPr>
            <p:cNvPr id="62" name="Google Shape;9674;p74"/>
            <p:cNvCxnSpPr/>
            <p:nvPr/>
          </p:nvCxnSpPr>
          <p:spPr>
            <a:xfrm>
              <a:off x="5224975" y="2962250"/>
              <a:ext cx="1544400" cy="0"/>
            </a:xfrm>
            <a:prstGeom prst="straightConnector1">
              <a:avLst/>
            </a:prstGeom>
            <a:noFill/>
            <a:ln w="9525" cap="flat" cmpd="sng">
              <a:solidFill>
                <a:schemeClr val="bg1"/>
              </a:solidFill>
              <a:prstDash val="solid"/>
              <a:round/>
              <a:headEnd type="none" w="med" len="med"/>
              <a:tailEnd type="none" w="med" len="med"/>
            </a:ln>
          </p:spPr>
        </p:cxnSp>
        <p:cxnSp>
          <p:nvCxnSpPr>
            <p:cNvPr id="63" name="Google Shape;9675;p74"/>
            <p:cNvCxnSpPr/>
            <p:nvPr/>
          </p:nvCxnSpPr>
          <p:spPr>
            <a:xfrm>
              <a:off x="5225150" y="2962250"/>
              <a:ext cx="998700" cy="0"/>
            </a:xfrm>
            <a:prstGeom prst="straightConnector1">
              <a:avLst/>
            </a:prstGeom>
            <a:noFill/>
            <a:ln w="9525" cap="flat" cmpd="sng">
              <a:solidFill>
                <a:schemeClr val="bg1"/>
              </a:solidFill>
              <a:prstDash val="solid"/>
              <a:round/>
              <a:headEnd type="none" w="med" len="med"/>
              <a:tailEnd type="oval" w="med" len="med"/>
            </a:ln>
          </p:spPr>
        </p:cxnSp>
      </p:grpSp>
      <p:sp>
        <p:nvSpPr>
          <p:cNvPr id="68" name="Rectangle 67"/>
          <p:cNvSpPr/>
          <p:nvPr/>
        </p:nvSpPr>
        <p:spPr>
          <a:xfrm>
            <a:off x="2078650" y="2058304"/>
            <a:ext cx="1434225" cy="104795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p:cNvSpPr/>
          <p:nvPr/>
        </p:nvSpPr>
        <p:spPr>
          <a:xfrm>
            <a:off x="2186281" y="2069061"/>
            <a:ext cx="1647765" cy="1015663"/>
          </a:xfrm>
          <a:prstGeom prst="rect">
            <a:avLst/>
          </a:prstGeom>
        </p:spPr>
        <p:txBody>
          <a:bodyPr wrap="square">
            <a:spAutoFit/>
          </a:bodyPr>
          <a:lstStyle/>
          <a:p>
            <a:pPr lvl="0" algn="just"/>
            <a:r>
              <a:rPr lang="en-US" sz="1000" dirty="0">
                <a:solidFill>
                  <a:schemeClr val="bg2">
                    <a:lumMod val="75000"/>
                  </a:schemeClr>
                </a:solidFill>
              </a:rPr>
              <a:t>SELLER</a:t>
            </a:r>
          </a:p>
          <a:p>
            <a:pPr lvl="0" algn="just"/>
            <a:r>
              <a:rPr lang="en-US" sz="1000" dirty="0">
                <a:solidFill>
                  <a:schemeClr val="bg2">
                    <a:lumMod val="75000"/>
                  </a:schemeClr>
                </a:solidFill>
              </a:rPr>
              <a:t>EMPLOYEE</a:t>
            </a:r>
          </a:p>
          <a:p>
            <a:pPr lvl="0" algn="just"/>
            <a:r>
              <a:rPr lang="en-US" sz="1000" dirty="0">
                <a:solidFill>
                  <a:schemeClr val="bg2">
                    <a:lumMod val="75000"/>
                  </a:schemeClr>
                </a:solidFill>
              </a:rPr>
              <a:t>CUSTOMER</a:t>
            </a:r>
          </a:p>
          <a:p>
            <a:pPr lvl="0" algn="just"/>
            <a:r>
              <a:rPr lang="en-US" sz="1000" dirty="0">
                <a:solidFill>
                  <a:schemeClr val="bg2">
                    <a:lumMod val="75000"/>
                  </a:schemeClr>
                </a:solidFill>
              </a:rPr>
              <a:t>DEALERSHIP</a:t>
            </a:r>
          </a:p>
          <a:p>
            <a:pPr lvl="0" algn="just"/>
            <a:r>
              <a:rPr lang="en-US" sz="1000" dirty="0">
                <a:solidFill>
                  <a:schemeClr val="bg2">
                    <a:lumMod val="75000"/>
                  </a:schemeClr>
                </a:solidFill>
              </a:rPr>
              <a:t>FEEDBACK</a:t>
            </a:r>
          </a:p>
          <a:p>
            <a:pPr lvl="0" algn="just"/>
            <a:r>
              <a:rPr lang="en-US" sz="1000" dirty="0">
                <a:solidFill>
                  <a:schemeClr val="bg2">
                    <a:lumMod val="75000"/>
                  </a:schemeClr>
                </a:solidFill>
              </a:rPr>
              <a:t>EXIT</a:t>
            </a:r>
          </a:p>
        </p:txBody>
      </p:sp>
      <p:sp>
        <p:nvSpPr>
          <p:cNvPr id="129" name="Google Shape;8804;p71"/>
          <p:cNvSpPr/>
          <p:nvPr/>
        </p:nvSpPr>
        <p:spPr>
          <a:xfrm>
            <a:off x="3504808" y="673906"/>
            <a:ext cx="523939" cy="1902987"/>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noFill/>
          <a:ln w="9525" cap="rnd" cmpd="sng">
            <a:solidFill>
              <a:schemeClr val="bg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8804;p71"/>
          <p:cNvSpPr/>
          <p:nvPr/>
        </p:nvSpPr>
        <p:spPr>
          <a:xfrm>
            <a:off x="3510259" y="1942563"/>
            <a:ext cx="523939" cy="634329"/>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noFill/>
          <a:ln w="9525" cap="rnd" cmpd="sng">
            <a:solidFill>
              <a:schemeClr val="bg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8804;p71"/>
          <p:cNvSpPr/>
          <p:nvPr/>
        </p:nvSpPr>
        <p:spPr>
          <a:xfrm rot="10800000" flipV="1">
            <a:off x="3507629" y="2576747"/>
            <a:ext cx="523939" cy="634473"/>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noFill/>
          <a:ln w="9525" cap="rnd" cmpd="sng">
            <a:solidFill>
              <a:schemeClr val="bg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8804;p71"/>
          <p:cNvSpPr/>
          <p:nvPr/>
        </p:nvSpPr>
        <p:spPr>
          <a:xfrm rot="10800000" flipV="1">
            <a:off x="3512874" y="2576745"/>
            <a:ext cx="523939" cy="1268803"/>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solidFill>
            <a:schemeClr val="tx1"/>
          </a:solidFill>
          <a:ln w="9525" cap="rnd" cmpd="sng">
            <a:solidFill>
              <a:schemeClr val="bg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8804;p71"/>
          <p:cNvSpPr/>
          <p:nvPr/>
        </p:nvSpPr>
        <p:spPr>
          <a:xfrm rot="10800000" flipV="1">
            <a:off x="3518057" y="2582281"/>
            <a:ext cx="523939" cy="1897449"/>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noFill/>
          <a:ln w="9525" cap="rnd" cmpd="sng">
            <a:solidFill>
              <a:schemeClr val="bg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 name="Group 144"/>
          <p:cNvGrpSpPr/>
          <p:nvPr/>
        </p:nvGrpSpPr>
        <p:grpSpPr>
          <a:xfrm>
            <a:off x="4031564" y="3163385"/>
            <a:ext cx="95695" cy="739734"/>
            <a:chOff x="4031564" y="3163385"/>
            <a:chExt cx="95695" cy="739734"/>
          </a:xfrm>
        </p:grpSpPr>
        <p:sp>
          <p:nvSpPr>
            <p:cNvPr id="143" name="Google Shape;8818;p71"/>
            <p:cNvSpPr/>
            <p:nvPr/>
          </p:nvSpPr>
          <p:spPr>
            <a:xfrm>
              <a:off x="4031564" y="3163385"/>
              <a:ext cx="89654" cy="115141"/>
            </a:xfrm>
            <a:custGeom>
              <a:avLst/>
              <a:gdLst/>
              <a:ahLst/>
              <a:cxnLst/>
              <a:rect l="l" t="t" r="r" b="b"/>
              <a:pathLst>
                <a:path w="4304" h="5790" extrusionOk="0">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chemeClr val="bg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8818;p71"/>
            <p:cNvSpPr/>
            <p:nvPr/>
          </p:nvSpPr>
          <p:spPr>
            <a:xfrm>
              <a:off x="4037605" y="3787978"/>
              <a:ext cx="89654" cy="115141"/>
            </a:xfrm>
            <a:custGeom>
              <a:avLst/>
              <a:gdLst/>
              <a:ahLst/>
              <a:cxnLst/>
              <a:rect l="l" t="t" r="r" b="b"/>
              <a:pathLst>
                <a:path w="4304" h="5790" extrusionOk="0">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chemeClr val="bg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6" name="Google Shape;8818;p71"/>
          <p:cNvSpPr/>
          <p:nvPr/>
        </p:nvSpPr>
        <p:spPr>
          <a:xfrm>
            <a:off x="4035955" y="1260399"/>
            <a:ext cx="89654" cy="115141"/>
          </a:xfrm>
          <a:custGeom>
            <a:avLst/>
            <a:gdLst/>
            <a:ahLst/>
            <a:cxnLst/>
            <a:rect l="l" t="t" r="r" b="b"/>
            <a:pathLst>
              <a:path w="4304" h="5790" extrusionOk="0">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chemeClr val="bg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8818;p71"/>
          <p:cNvSpPr/>
          <p:nvPr/>
        </p:nvSpPr>
        <p:spPr>
          <a:xfrm>
            <a:off x="4041996" y="1884992"/>
            <a:ext cx="89654" cy="115141"/>
          </a:xfrm>
          <a:custGeom>
            <a:avLst/>
            <a:gdLst/>
            <a:ahLst/>
            <a:cxnLst/>
            <a:rect l="l" t="t" r="r" b="b"/>
            <a:pathLst>
              <a:path w="4304" h="5790" extrusionOk="0">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chemeClr val="bg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8806;p71"/>
          <p:cNvSpPr/>
          <p:nvPr/>
        </p:nvSpPr>
        <p:spPr>
          <a:xfrm>
            <a:off x="4023950" y="620889"/>
            <a:ext cx="93826" cy="125500"/>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chemeClr val="bg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1" name="Straight Connector 190"/>
          <p:cNvCxnSpPr/>
          <p:nvPr/>
        </p:nvCxnSpPr>
        <p:spPr>
          <a:xfrm>
            <a:off x="4041996" y="4479730"/>
            <a:ext cx="3719943"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92" name="Rectangle 191"/>
          <p:cNvSpPr/>
          <p:nvPr/>
        </p:nvSpPr>
        <p:spPr>
          <a:xfrm>
            <a:off x="4127259" y="534005"/>
            <a:ext cx="1279724" cy="311150"/>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2">
                    <a:lumMod val="75000"/>
                  </a:schemeClr>
                </a:solidFill>
              </a:rPr>
              <a:t>SELLER</a:t>
            </a:r>
            <a:endParaRPr lang="en-US" sz="1000" dirty="0"/>
          </a:p>
        </p:txBody>
      </p:sp>
      <p:sp>
        <p:nvSpPr>
          <p:cNvPr id="193" name="Rectangle 192"/>
          <p:cNvSpPr/>
          <p:nvPr/>
        </p:nvSpPr>
        <p:spPr>
          <a:xfrm>
            <a:off x="4136824" y="1162394"/>
            <a:ext cx="1279724" cy="311150"/>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2">
                    <a:lumMod val="75000"/>
                  </a:schemeClr>
                </a:solidFill>
              </a:rPr>
              <a:t>EMPLOYEE</a:t>
            </a:r>
            <a:endParaRPr lang="en-US" sz="1100" dirty="0"/>
          </a:p>
        </p:txBody>
      </p:sp>
      <p:sp>
        <p:nvSpPr>
          <p:cNvPr id="194" name="Rectangle 193"/>
          <p:cNvSpPr/>
          <p:nvPr/>
        </p:nvSpPr>
        <p:spPr>
          <a:xfrm>
            <a:off x="4141829" y="1796873"/>
            <a:ext cx="1279724" cy="311150"/>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2">
                    <a:lumMod val="75000"/>
                  </a:schemeClr>
                </a:solidFill>
              </a:rPr>
              <a:t>CUSTOMER</a:t>
            </a:r>
            <a:endParaRPr lang="en-US" sz="1000" dirty="0"/>
          </a:p>
        </p:txBody>
      </p:sp>
      <p:sp>
        <p:nvSpPr>
          <p:cNvPr id="195" name="Rectangle 194"/>
          <p:cNvSpPr/>
          <p:nvPr/>
        </p:nvSpPr>
        <p:spPr>
          <a:xfrm>
            <a:off x="4132021" y="3065380"/>
            <a:ext cx="1279724" cy="311150"/>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2">
                    <a:lumMod val="75000"/>
                  </a:schemeClr>
                </a:solidFill>
              </a:rPr>
              <a:t>DEALERSHIP</a:t>
            </a:r>
            <a:endParaRPr lang="en-US" sz="1100" dirty="0"/>
          </a:p>
        </p:txBody>
      </p:sp>
      <p:sp>
        <p:nvSpPr>
          <p:cNvPr id="196" name="Rectangle 195"/>
          <p:cNvSpPr/>
          <p:nvPr/>
        </p:nvSpPr>
        <p:spPr>
          <a:xfrm>
            <a:off x="4139448" y="3689974"/>
            <a:ext cx="1279724" cy="311150"/>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bg2">
                    <a:lumMod val="75000"/>
                  </a:schemeClr>
                </a:solidFill>
              </a:rPr>
              <a:t>FEEDBACK</a:t>
            </a:r>
            <a:endParaRPr lang="en-US" sz="1000"/>
          </a:p>
        </p:txBody>
      </p:sp>
      <p:sp>
        <p:nvSpPr>
          <p:cNvPr id="197" name="Rectangle 196"/>
          <p:cNvSpPr/>
          <p:nvPr/>
        </p:nvSpPr>
        <p:spPr>
          <a:xfrm>
            <a:off x="7759560" y="4324155"/>
            <a:ext cx="1279724" cy="311150"/>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bg2">
                    <a:lumMod val="75000"/>
                  </a:schemeClr>
                </a:solidFill>
              </a:rPr>
              <a:t>EXIT</a:t>
            </a:r>
            <a:endParaRPr lang="en-US" sz="1000"/>
          </a:p>
        </p:txBody>
      </p:sp>
      <p:sp>
        <p:nvSpPr>
          <p:cNvPr id="198" name="Google Shape;8806;p71"/>
          <p:cNvSpPr/>
          <p:nvPr/>
        </p:nvSpPr>
        <p:spPr>
          <a:xfrm>
            <a:off x="7660972" y="4412815"/>
            <a:ext cx="93826" cy="125500"/>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chemeClr val="bg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8805;p71"/>
          <p:cNvSpPr/>
          <p:nvPr/>
        </p:nvSpPr>
        <p:spPr>
          <a:xfrm>
            <a:off x="3476424" y="2531766"/>
            <a:ext cx="87849" cy="87849"/>
          </a:xfrm>
          <a:custGeom>
            <a:avLst/>
            <a:gdLst/>
            <a:ahLst/>
            <a:cxnLst/>
            <a:rect l="l" t="t" r="r" b="b"/>
            <a:pathLst>
              <a:path w="6105" h="6105" extrusionOk="0">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2" name="Straight Connector 241"/>
          <p:cNvCxnSpPr/>
          <p:nvPr/>
        </p:nvCxnSpPr>
        <p:spPr>
          <a:xfrm flipV="1">
            <a:off x="5421553" y="1954233"/>
            <a:ext cx="2286540" cy="15674"/>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8370228" y="2619615"/>
            <a:ext cx="2665" cy="170454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9" name="Google Shape;8805;p71"/>
          <p:cNvSpPr/>
          <p:nvPr/>
        </p:nvSpPr>
        <p:spPr>
          <a:xfrm>
            <a:off x="7647217" y="1902294"/>
            <a:ext cx="87849" cy="87849"/>
          </a:xfrm>
          <a:custGeom>
            <a:avLst/>
            <a:gdLst/>
            <a:ahLst/>
            <a:cxnLst/>
            <a:rect l="l" t="t" r="r" b="b"/>
            <a:pathLst>
              <a:path w="6105" h="6105" extrusionOk="0">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8806;p71"/>
          <p:cNvSpPr/>
          <p:nvPr/>
        </p:nvSpPr>
        <p:spPr>
          <a:xfrm rot="5400000">
            <a:off x="8339539" y="4222495"/>
            <a:ext cx="93826" cy="125500"/>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chemeClr val="bg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8805;p71"/>
          <p:cNvSpPr/>
          <p:nvPr/>
        </p:nvSpPr>
        <p:spPr>
          <a:xfrm>
            <a:off x="7647217" y="1292495"/>
            <a:ext cx="87849" cy="87849"/>
          </a:xfrm>
          <a:custGeom>
            <a:avLst/>
            <a:gdLst/>
            <a:ahLst/>
            <a:cxnLst/>
            <a:rect l="l" t="t" r="r" b="b"/>
            <a:pathLst>
              <a:path w="6105" h="6105" extrusionOk="0">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8805;p71"/>
          <p:cNvSpPr/>
          <p:nvPr/>
        </p:nvSpPr>
        <p:spPr>
          <a:xfrm>
            <a:off x="7635999" y="651077"/>
            <a:ext cx="87849" cy="87849"/>
          </a:xfrm>
          <a:custGeom>
            <a:avLst/>
            <a:gdLst/>
            <a:ahLst/>
            <a:cxnLst/>
            <a:rect l="l" t="t" r="r" b="b"/>
            <a:pathLst>
              <a:path w="6105" h="6105" extrusionOk="0">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8805;p71"/>
          <p:cNvSpPr/>
          <p:nvPr/>
        </p:nvSpPr>
        <p:spPr>
          <a:xfrm>
            <a:off x="7655551" y="3179935"/>
            <a:ext cx="87849" cy="87849"/>
          </a:xfrm>
          <a:custGeom>
            <a:avLst/>
            <a:gdLst/>
            <a:ahLst/>
            <a:cxnLst/>
            <a:rect l="l" t="t" r="r" b="b"/>
            <a:pathLst>
              <a:path w="6105" h="6105" extrusionOk="0">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8805;p71"/>
          <p:cNvSpPr/>
          <p:nvPr/>
        </p:nvSpPr>
        <p:spPr>
          <a:xfrm>
            <a:off x="7659122" y="3812797"/>
            <a:ext cx="87849" cy="87849"/>
          </a:xfrm>
          <a:custGeom>
            <a:avLst/>
            <a:gdLst/>
            <a:ahLst/>
            <a:cxnLst/>
            <a:rect l="l" t="t" r="r" b="b"/>
            <a:pathLst>
              <a:path w="6105" h="6105" extrusionOk="0">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24;p17"/>
          <p:cNvSpPr txBox="1">
            <a:spLocks/>
          </p:cNvSpPr>
          <p:nvPr/>
        </p:nvSpPr>
        <p:spPr>
          <a:xfrm>
            <a:off x="112306" y="-336215"/>
            <a:ext cx="3654471" cy="15156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9pPr>
          </a:lstStyle>
          <a:p>
            <a:r>
              <a:rPr lang="en-US" sz="4800" dirty="0" smtClean="0"/>
              <a:t>FLOWCHART</a:t>
            </a:r>
            <a:endParaRPr lang="en-US" sz="4800" dirty="0"/>
          </a:p>
        </p:txBody>
      </p:sp>
      <p:cxnSp>
        <p:nvCxnSpPr>
          <p:cNvPr id="43" name="Straight Connector 42"/>
          <p:cNvCxnSpPr/>
          <p:nvPr/>
        </p:nvCxnSpPr>
        <p:spPr>
          <a:xfrm flipV="1">
            <a:off x="5416493" y="3229138"/>
            <a:ext cx="2286540" cy="15674"/>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5416548" y="3857437"/>
            <a:ext cx="2286540" cy="15674"/>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5411745" y="1339777"/>
            <a:ext cx="2286540" cy="15674"/>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5404601" y="705298"/>
            <a:ext cx="2286540" cy="15674"/>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7678684" y="677774"/>
            <a:ext cx="24349" cy="31953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7808199" y="2308465"/>
            <a:ext cx="1279724" cy="311150"/>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bg2">
                    <a:lumMod val="75000"/>
                  </a:schemeClr>
                </a:solidFill>
              </a:rPr>
              <a:t>MAIN MENU</a:t>
            </a:r>
            <a:endParaRPr lang="en-US" sz="1000" dirty="0"/>
          </a:p>
        </p:txBody>
      </p:sp>
      <p:cxnSp>
        <p:nvCxnSpPr>
          <p:cNvPr id="54" name="Straight Connector 53"/>
          <p:cNvCxnSpPr/>
          <p:nvPr/>
        </p:nvCxnSpPr>
        <p:spPr>
          <a:xfrm>
            <a:off x="7691141" y="2458651"/>
            <a:ext cx="11818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56735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grpSp>
        <p:nvGrpSpPr>
          <p:cNvPr id="55" name="Grupo 50">
            <a:extLst>
              <a:ext uri="{FF2B5EF4-FFF2-40B4-BE49-F238E27FC236}">
                <a16:creationId xmlns="" xmlns:a16="http://schemas.microsoft.com/office/drawing/2014/main" id="{4821C6E0-D628-1045-909A-C4A8E9F1A2C5}"/>
              </a:ext>
            </a:extLst>
          </p:cNvPr>
          <p:cNvGrpSpPr/>
          <p:nvPr/>
        </p:nvGrpSpPr>
        <p:grpSpPr>
          <a:xfrm>
            <a:off x="4585157" y="2752286"/>
            <a:ext cx="4558843" cy="2930281"/>
            <a:chOff x="5419407" y="3621745"/>
            <a:chExt cx="743968" cy="516493"/>
          </a:xfrm>
        </p:grpSpPr>
        <p:sp>
          <p:nvSpPr>
            <p:cNvPr id="56" name="Google Shape;1068;p46">
              <a:extLst>
                <a:ext uri="{FF2B5EF4-FFF2-40B4-BE49-F238E27FC236}">
                  <a16:creationId xmlns="" xmlns:a16="http://schemas.microsoft.com/office/drawing/2014/main" id="{B93F5133-5C8E-934B-B826-EBAC0BE2DC05}"/>
                </a:ext>
              </a:extLst>
            </p:cNvPr>
            <p:cNvSpPr/>
            <p:nvPr/>
          </p:nvSpPr>
          <p:spPr>
            <a:xfrm>
              <a:off x="5419407" y="3621745"/>
              <a:ext cx="657536" cy="466127"/>
            </a:xfrm>
            <a:custGeom>
              <a:avLst/>
              <a:gdLst/>
              <a:ahLst/>
              <a:cxnLst/>
              <a:rect l="l" t="t" r="r" b="b"/>
              <a:pathLst>
                <a:path w="6575358" h="4661273" extrusionOk="0">
                  <a:moveTo>
                    <a:pt x="821939" y="267047"/>
                  </a:moveTo>
                  <a:cubicBezTo>
                    <a:pt x="148314" y="-318021"/>
                    <a:pt x="53758" y="239450"/>
                    <a:pt x="8896" y="247729"/>
                  </a:cubicBezTo>
                  <a:cubicBezTo>
                    <a:pt x="8896" y="247729"/>
                    <a:pt x="-11120" y="382267"/>
                    <a:pt x="8896" y="872814"/>
                  </a:cubicBezTo>
                  <a:lnTo>
                    <a:pt x="6575358" y="4661273"/>
                  </a:lnTo>
                  <a:lnTo>
                    <a:pt x="6575358" y="1995346"/>
                  </a:lnTo>
                  <a:cubicBezTo>
                    <a:pt x="5828573" y="658933"/>
                    <a:pt x="5334398" y="-274555"/>
                    <a:pt x="4848504" y="156657"/>
                  </a:cubicBezTo>
                  <a:cubicBezTo>
                    <a:pt x="4006473" y="902482"/>
                    <a:pt x="3596501" y="1403378"/>
                    <a:pt x="2595036" y="368469"/>
                  </a:cubicBezTo>
                  <a:cubicBezTo>
                    <a:pt x="2001473" y="-244888"/>
                    <a:pt x="1630841" y="969406"/>
                    <a:pt x="821939" y="267047"/>
                  </a:cubicBezTo>
                  <a:close/>
                </a:path>
              </a:pathLst>
            </a:custGeom>
            <a:gradFill>
              <a:gsLst>
                <a:gs pos="0">
                  <a:srgbClr val="FFFFFF">
                    <a:alpha val="19607"/>
                    <a:alpha val="29800"/>
                  </a:srgbClr>
                </a:gs>
                <a:gs pos="47000">
                  <a:srgbClr val="FFFFFF">
                    <a:alpha val="0"/>
                  </a:srgbClr>
                </a:gs>
                <a:gs pos="100000">
                  <a:srgbClr val="FFFFFF">
                    <a:alpha val="0"/>
                  </a:srgbClr>
                </a:gs>
              </a:gsLst>
              <a:lin ang="660013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a:sym typeface="Calibri"/>
              </a:endParaRPr>
            </a:p>
          </p:txBody>
        </p:sp>
        <p:sp>
          <p:nvSpPr>
            <p:cNvPr id="57" name="Google Shape;1069;p46">
              <a:extLst>
                <a:ext uri="{FF2B5EF4-FFF2-40B4-BE49-F238E27FC236}">
                  <a16:creationId xmlns="" xmlns:a16="http://schemas.microsoft.com/office/drawing/2014/main" id="{3AC24FBA-4ED8-8245-A6BA-5C9E0A28A55E}"/>
                </a:ext>
              </a:extLst>
            </p:cNvPr>
            <p:cNvSpPr/>
            <p:nvPr/>
          </p:nvSpPr>
          <p:spPr>
            <a:xfrm>
              <a:off x="5505839" y="3667453"/>
              <a:ext cx="657536" cy="470785"/>
            </a:xfrm>
            <a:custGeom>
              <a:avLst/>
              <a:gdLst/>
              <a:ahLst/>
              <a:cxnLst/>
              <a:rect l="l" t="t" r="r" b="b"/>
              <a:pathLst>
                <a:path w="6575357" h="4707850" extrusionOk="0">
                  <a:moveTo>
                    <a:pt x="822629" y="313625"/>
                  </a:moveTo>
                  <a:cubicBezTo>
                    <a:pt x="149004" y="-271443"/>
                    <a:pt x="54448" y="285338"/>
                    <a:pt x="8896" y="294307"/>
                  </a:cubicBezTo>
                  <a:cubicBezTo>
                    <a:pt x="8896" y="294307"/>
                    <a:pt x="-11120" y="428845"/>
                    <a:pt x="8896" y="919392"/>
                  </a:cubicBezTo>
                  <a:lnTo>
                    <a:pt x="6575358" y="4707851"/>
                  </a:lnTo>
                  <a:lnTo>
                    <a:pt x="6575358" y="2041924"/>
                  </a:lnTo>
                  <a:cubicBezTo>
                    <a:pt x="5512466" y="499219"/>
                    <a:pt x="4811924" y="786234"/>
                    <a:pt x="4204557" y="1009085"/>
                  </a:cubicBezTo>
                  <a:cubicBezTo>
                    <a:pt x="3609614" y="1227105"/>
                    <a:pt x="3391514" y="771745"/>
                    <a:pt x="2638518" y="122512"/>
                  </a:cubicBezTo>
                  <a:cubicBezTo>
                    <a:pt x="2019418" y="-411501"/>
                    <a:pt x="1631531" y="1015984"/>
                    <a:pt x="822629" y="313625"/>
                  </a:cubicBezTo>
                  <a:close/>
                </a:path>
              </a:pathLst>
            </a:custGeom>
            <a:gradFill>
              <a:gsLst>
                <a:gs pos="0">
                  <a:srgbClr val="FFFFFF">
                    <a:alpha val="19607"/>
                    <a:alpha val="29800"/>
                  </a:srgbClr>
                </a:gs>
                <a:gs pos="47000">
                  <a:srgbClr val="FFFFFF">
                    <a:alpha val="0"/>
                  </a:srgbClr>
                </a:gs>
                <a:gs pos="100000">
                  <a:srgbClr val="FFFFFF">
                    <a:alpha val="0"/>
                  </a:srgbClr>
                </a:gs>
              </a:gsLst>
              <a:lin ang="660013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a:sym typeface="Calibri"/>
              </a:endParaRPr>
            </a:p>
          </p:txBody>
        </p:sp>
      </p:grpSp>
      <p:sp>
        <p:nvSpPr>
          <p:cNvPr id="224" name="Google Shape;224;p17"/>
          <p:cNvSpPr txBox="1">
            <a:spLocks noGrp="1"/>
          </p:cNvSpPr>
          <p:nvPr>
            <p:ph type="ctrTitle" idx="4294967295"/>
          </p:nvPr>
        </p:nvSpPr>
        <p:spPr>
          <a:xfrm>
            <a:off x="901525" y="1724508"/>
            <a:ext cx="2809800" cy="1515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4800" dirty="0" smtClean="0"/>
              <a:t>MAIN</a:t>
            </a:r>
            <a:br>
              <a:rPr lang="en-US" sz="4800" dirty="0" smtClean="0"/>
            </a:br>
            <a:r>
              <a:rPr lang="en-US" sz="4800" dirty="0" smtClean="0"/>
              <a:t>MODULE</a:t>
            </a:r>
            <a:endParaRPr sz="4800" dirty="0"/>
          </a:p>
        </p:txBody>
      </p:sp>
      <p:grpSp>
        <p:nvGrpSpPr>
          <p:cNvPr id="2" name="Group 1"/>
          <p:cNvGrpSpPr/>
          <p:nvPr/>
        </p:nvGrpSpPr>
        <p:grpSpPr>
          <a:xfrm rot="964433">
            <a:off x="6231260" y="310364"/>
            <a:ext cx="1594473" cy="3719938"/>
            <a:chOff x="1366388" y="83532"/>
            <a:chExt cx="3394293" cy="7918956"/>
          </a:xfrm>
        </p:grpSpPr>
        <p:sp>
          <p:nvSpPr>
            <p:cNvPr id="50" name="Google Shape;1887;p48"/>
            <p:cNvSpPr/>
            <p:nvPr/>
          </p:nvSpPr>
          <p:spPr>
            <a:xfrm>
              <a:off x="1366506" y="1781167"/>
              <a:ext cx="3389460" cy="1250126"/>
            </a:xfrm>
            <a:custGeom>
              <a:avLst/>
              <a:gdLst/>
              <a:ahLst/>
              <a:cxnLst/>
              <a:rect l="l" t="t" r="r" b="b"/>
              <a:pathLst>
                <a:path w="707" h="260" extrusionOk="0">
                  <a:moveTo>
                    <a:pt x="88" y="260"/>
                  </a:moveTo>
                  <a:cubicBezTo>
                    <a:pt x="49" y="260"/>
                    <a:pt x="14" y="232"/>
                    <a:pt x="7" y="192"/>
                  </a:cubicBezTo>
                  <a:cubicBezTo>
                    <a:pt x="0" y="147"/>
                    <a:pt x="30" y="105"/>
                    <a:pt x="74" y="97"/>
                  </a:cubicBezTo>
                  <a:cubicBezTo>
                    <a:pt x="605" y="7"/>
                    <a:pt x="605" y="7"/>
                    <a:pt x="605" y="7"/>
                  </a:cubicBezTo>
                  <a:cubicBezTo>
                    <a:pt x="649" y="0"/>
                    <a:pt x="692" y="30"/>
                    <a:pt x="699" y="75"/>
                  </a:cubicBezTo>
                  <a:cubicBezTo>
                    <a:pt x="707" y="119"/>
                    <a:pt x="677" y="161"/>
                    <a:pt x="632" y="169"/>
                  </a:cubicBezTo>
                  <a:cubicBezTo>
                    <a:pt x="102" y="259"/>
                    <a:pt x="102" y="259"/>
                    <a:pt x="102" y="259"/>
                  </a:cubicBezTo>
                  <a:cubicBezTo>
                    <a:pt x="97" y="260"/>
                    <a:pt x="93" y="260"/>
                    <a:pt x="88" y="260"/>
                  </a:cubicBezTo>
                  <a:close/>
                </a:path>
              </a:pathLst>
            </a:custGeom>
            <a:solidFill>
              <a:schemeClr val="tx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nvGrpSpPr>
            <p:cNvPr id="41" name="Google Shape;1885;p48"/>
            <p:cNvGrpSpPr/>
            <p:nvPr/>
          </p:nvGrpSpPr>
          <p:grpSpPr>
            <a:xfrm>
              <a:off x="1371221" y="83532"/>
              <a:ext cx="3389460" cy="7918956"/>
              <a:chOff x="4556125" y="-990908"/>
              <a:chExt cx="3081338" cy="7190095"/>
            </a:xfrm>
          </p:grpSpPr>
          <p:sp>
            <p:nvSpPr>
              <p:cNvPr id="42" name="Google Shape;1886;p48"/>
              <p:cNvSpPr/>
              <p:nvPr/>
            </p:nvSpPr>
            <p:spPr>
              <a:xfrm>
                <a:off x="4900652" y="-990908"/>
                <a:ext cx="2397126" cy="1016000"/>
              </a:xfrm>
              <a:custGeom>
                <a:avLst/>
                <a:gdLst/>
                <a:ahLst/>
                <a:cxnLst/>
                <a:rect l="l" t="t" r="r" b="b"/>
                <a:pathLst>
                  <a:path w="550" h="233" extrusionOk="0">
                    <a:moveTo>
                      <a:pt x="88" y="233"/>
                    </a:moveTo>
                    <a:cubicBezTo>
                      <a:pt x="49" y="233"/>
                      <a:pt x="14" y="205"/>
                      <a:pt x="7" y="165"/>
                    </a:cubicBezTo>
                    <a:cubicBezTo>
                      <a:pt x="0" y="120"/>
                      <a:pt x="30" y="78"/>
                      <a:pt x="74" y="71"/>
                    </a:cubicBezTo>
                    <a:cubicBezTo>
                      <a:pt x="448" y="8"/>
                      <a:pt x="448" y="8"/>
                      <a:pt x="448" y="8"/>
                    </a:cubicBezTo>
                    <a:cubicBezTo>
                      <a:pt x="492" y="0"/>
                      <a:pt x="535" y="30"/>
                      <a:pt x="542" y="75"/>
                    </a:cubicBezTo>
                    <a:cubicBezTo>
                      <a:pt x="550" y="120"/>
                      <a:pt x="520" y="162"/>
                      <a:pt x="475" y="169"/>
                    </a:cubicBezTo>
                    <a:cubicBezTo>
                      <a:pt x="102" y="232"/>
                      <a:pt x="102" y="232"/>
                      <a:pt x="102" y="232"/>
                    </a:cubicBezTo>
                    <a:cubicBezTo>
                      <a:pt x="97" y="233"/>
                      <a:pt x="92" y="233"/>
                      <a:pt x="88" y="233"/>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43" name="Google Shape;1887;p48"/>
              <p:cNvSpPr/>
              <p:nvPr/>
            </p:nvSpPr>
            <p:spPr>
              <a:xfrm>
                <a:off x="4556125" y="1357312"/>
                <a:ext cx="3081338" cy="1135062"/>
              </a:xfrm>
              <a:custGeom>
                <a:avLst/>
                <a:gdLst/>
                <a:ahLst/>
                <a:cxnLst/>
                <a:rect l="l" t="t" r="r" b="b"/>
                <a:pathLst>
                  <a:path w="707" h="260" extrusionOk="0">
                    <a:moveTo>
                      <a:pt x="88" y="260"/>
                    </a:moveTo>
                    <a:cubicBezTo>
                      <a:pt x="49" y="260"/>
                      <a:pt x="14" y="232"/>
                      <a:pt x="7" y="192"/>
                    </a:cubicBezTo>
                    <a:cubicBezTo>
                      <a:pt x="0" y="147"/>
                      <a:pt x="30" y="105"/>
                      <a:pt x="74" y="97"/>
                    </a:cubicBezTo>
                    <a:cubicBezTo>
                      <a:pt x="605" y="7"/>
                      <a:pt x="605" y="7"/>
                      <a:pt x="605" y="7"/>
                    </a:cubicBezTo>
                    <a:cubicBezTo>
                      <a:pt x="649" y="0"/>
                      <a:pt x="692" y="30"/>
                      <a:pt x="699" y="75"/>
                    </a:cubicBezTo>
                    <a:cubicBezTo>
                      <a:pt x="707" y="119"/>
                      <a:pt x="677" y="161"/>
                      <a:pt x="632" y="169"/>
                    </a:cubicBezTo>
                    <a:cubicBezTo>
                      <a:pt x="102" y="259"/>
                      <a:pt x="102" y="259"/>
                      <a:pt x="102" y="259"/>
                    </a:cubicBezTo>
                    <a:cubicBezTo>
                      <a:pt x="97" y="260"/>
                      <a:pt x="93" y="260"/>
                      <a:pt x="88" y="26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44" name="Google Shape;1888;p48"/>
              <p:cNvSpPr/>
              <p:nvPr/>
            </p:nvSpPr>
            <p:spPr>
              <a:xfrm>
                <a:off x="4556125" y="2168525"/>
                <a:ext cx="3081338" cy="1139825"/>
              </a:xfrm>
              <a:custGeom>
                <a:avLst/>
                <a:gdLst/>
                <a:ahLst/>
                <a:cxnLst/>
                <a:rect l="l" t="t" r="r" b="b"/>
                <a:pathLst>
                  <a:path w="707" h="261" extrusionOk="0">
                    <a:moveTo>
                      <a:pt x="88" y="261"/>
                    </a:moveTo>
                    <a:cubicBezTo>
                      <a:pt x="49" y="261"/>
                      <a:pt x="14" y="232"/>
                      <a:pt x="7" y="192"/>
                    </a:cubicBezTo>
                    <a:cubicBezTo>
                      <a:pt x="0" y="148"/>
                      <a:pt x="30" y="105"/>
                      <a:pt x="74" y="98"/>
                    </a:cubicBezTo>
                    <a:cubicBezTo>
                      <a:pt x="605" y="8"/>
                      <a:pt x="605" y="8"/>
                      <a:pt x="605" y="8"/>
                    </a:cubicBezTo>
                    <a:cubicBezTo>
                      <a:pt x="649" y="0"/>
                      <a:pt x="692" y="30"/>
                      <a:pt x="699" y="75"/>
                    </a:cubicBezTo>
                    <a:cubicBezTo>
                      <a:pt x="707" y="119"/>
                      <a:pt x="677" y="162"/>
                      <a:pt x="632" y="169"/>
                    </a:cubicBezTo>
                    <a:cubicBezTo>
                      <a:pt x="102" y="259"/>
                      <a:pt x="102" y="259"/>
                      <a:pt x="102" y="259"/>
                    </a:cubicBezTo>
                    <a:cubicBezTo>
                      <a:pt x="97" y="260"/>
                      <a:pt x="93" y="261"/>
                      <a:pt x="88" y="26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45" name="Google Shape;1889;p48"/>
              <p:cNvSpPr/>
              <p:nvPr/>
            </p:nvSpPr>
            <p:spPr>
              <a:xfrm>
                <a:off x="4556125" y="2981325"/>
                <a:ext cx="3081338" cy="1138237"/>
              </a:xfrm>
              <a:custGeom>
                <a:avLst/>
                <a:gdLst/>
                <a:ahLst/>
                <a:cxnLst/>
                <a:rect l="l" t="t" r="r" b="b"/>
                <a:pathLst>
                  <a:path w="707" h="261" extrusionOk="0">
                    <a:moveTo>
                      <a:pt x="88" y="261"/>
                    </a:moveTo>
                    <a:cubicBezTo>
                      <a:pt x="49" y="261"/>
                      <a:pt x="14" y="233"/>
                      <a:pt x="7" y="193"/>
                    </a:cubicBezTo>
                    <a:cubicBezTo>
                      <a:pt x="0" y="148"/>
                      <a:pt x="30" y="106"/>
                      <a:pt x="74" y="98"/>
                    </a:cubicBezTo>
                    <a:cubicBezTo>
                      <a:pt x="605" y="8"/>
                      <a:pt x="605" y="8"/>
                      <a:pt x="605" y="8"/>
                    </a:cubicBezTo>
                    <a:cubicBezTo>
                      <a:pt x="649" y="0"/>
                      <a:pt x="692" y="31"/>
                      <a:pt x="699" y="75"/>
                    </a:cubicBezTo>
                    <a:cubicBezTo>
                      <a:pt x="707" y="120"/>
                      <a:pt x="677" y="162"/>
                      <a:pt x="632" y="170"/>
                    </a:cubicBezTo>
                    <a:cubicBezTo>
                      <a:pt x="102" y="260"/>
                      <a:pt x="102" y="260"/>
                      <a:pt x="102" y="260"/>
                    </a:cubicBezTo>
                    <a:cubicBezTo>
                      <a:pt x="97" y="261"/>
                      <a:pt x="93" y="261"/>
                      <a:pt x="88" y="261"/>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46" name="Google Shape;1890;p48"/>
              <p:cNvSpPr/>
              <p:nvPr/>
            </p:nvSpPr>
            <p:spPr>
              <a:xfrm>
                <a:off x="4830762" y="4476750"/>
                <a:ext cx="2535237" cy="1722437"/>
              </a:xfrm>
              <a:custGeom>
                <a:avLst/>
                <a:gdLst/>
                <a:ahLst/>
                <a:cxnLst/>
                <a:rect l="l" t="t" r="r" b="b"/>
                <a:pathLst>
                  <a:path w="582" h="395" extrusionOk="0">
                    <a:moveTo>
                      <a:pt x="550" y="0"/>
                    </a:moveTo>
                    <a:cubicBezTo>
                      <a:pt x="32" y="0"/>
                      <a:pt x="32" y="0"/>
                      <a:pt x="32" y="0"/>
                    </a:cubicBezTo>
                    <a:cubicBezTo>
                      <a:pt x="14" y="0"/>
                      <a:pt x="0" y="14"/>
                      <a:pt x="0" y="31"/>
                    </a:cubicBezTo>
                    <a:cubicBezTo>
                      <a:pt x="0" y="54"/>
                      <a:pt x="0" y="54"/>
                      <a:pt x="0" y="54"/>
                    </a:cubicBezTo>
                    <a:cubicBezTo>
                      <a:pt x="0" y="152"/>
                      <a:pt x="72" y="234"/>
                      <a:pt x="166" y="250"/>
                    </a:cubicBezTo>
                    <a:cubicBezTo>
                      <a:pt x="164" y="253"/>
                      <a:pt x="164" y="256"/>
                      <a:pt x="164" y="259"/>
                    </a:cubicBezTo>
                    <a:cubicBezTo>
                      <a:pt x="164" y="273"/>
                      <a:pt x="175" y="284"/>
                      <a:pt x="188" y="284"/>
                    </a:cubicBezTo>
                    <a:cubicBezTo>
                      <a:pt x="190" y="284"/>
                      <a:pt x="190" y="284"/>
                      <a:pt x="190" y="284"/>
                    </a:cubicBezTo>
                    <a:cubicBezTo>
                      <a:pt x="180" y="287"/>
                      <a:pt x="173" y="296"/>
                      <a:pt x="173" y="308"/>
                    </a:cubicBezTo>
                    <a:cubicBezTo>
                      <a:pt x="173" y="321"/>
                      <a:pt x="184" y="332"/>
                      <a:pt x="197" y="332"/>
                    </a:cubicBezTo>
                    <a:cubicBezTo>
                      <a:pt x="186" y="334"/>
                      <a:pt x="177" y="344"/>
                      <a:pt x="177" y="356"/>
                    </a:cubicBezTo>
                    <a:cubicBezTo>
                      <a:pt x="177" y="370"/>
                      <a:pt x="188" y="381"/>
                      <a:pt x="202" y="381"/>
                    </a:cubicBezTo>
                    <a:cubicBezTo>
                      <a:pt x="218" y="381"/>
                      <a:pt x="218" y="381"/>
                      <a:pt x="218" y="381"/>
                    </a:cubicBezTo>
                    <a:cubicBezTo>
                      <a:pt x="232" y="390"/>
                      <a:pt x="259" y="395"/>
                      <a:pt x="289" y="395"/>
                    </a:cubicBezTo>
                    <a:cubicBezTo>
                      <a:pt x="319" y="395"/>
                      <a:pt x="346" y="390"/>
                      <a:pt x="360" y="381"/>
                    </a:cubicBezTo>
                    <a:cubicBezTo>
                      <a:pt x="379" y="381"/>
                      <a:pt x="379" y="381"/>
                      <a:pt x="379" y="381"/>
                    </a:cubicBezTo>
                    <a:cubicBezTo>
                      <a:pt x="393" y="381"/>
                      <a:pt x="404" y="370"/>
                      <a:pt x="404" y="356"/>
                    </a:cubicBezTo>
                    <a:cubicBezTo>
                      <a:pt x="404" y="344"/>
                      <a:pt x="395" y="335"/>
                      <a:pt x="384" y="332"/>
                    </a:cubicBezTo>
                    <a:cubicBezTo>
                      <a:pt x="398" y="332"/>
                      <a:pt x="409" y="321"/>
                      <a:pt x="409" y="308"/>
                    </a:cubicBezTo>
                    <a:cubicBezTo>
                      <a:pt x="409" y="296"/>
                      <a:pt x="401" y="287"/>
                      <a:pt x="391" y="284"/>
                    </a:cubicBezTo>
                    <a:cubicBezTo>
                      <a:pt x="392" y="284"/>
                      <a:pt x="392" y="284"/>
                      <a:pt x="392" y="284"/>
                    </a:cubicBezTo>
                    <a:cubicBezTo>
                      <a:pt x="406" y="284"/>
                      <a:pt x="417" y="273"/>
                      <a:pt x="417" y="259"/>
                    </a:cubicBezTo>
                    <a:cubicBezTo>
                      <a:pt x="417" y="256"/>
                      <a:pt x="416" y="253"/>
                      <a:pt x="415" y="250"/>
                    </a:cubicBezTo>
                    <a:cubicBezTo>
                      <a:pt x="510" y="234"/>
                      <a:pt x="582" y="153"/>
                      <a:pt x="582" y="54"/>
                    </a:cubicBezTo>
                    <a:cubicBezTo>
                      <a:pt x="582" y="31"/>
                      <a:pt x="582" y="31"/>
                      <a:pt x="582" y="31"/>
                    </a:cubicBezTo>
                    <a:cubicBezTo>
                      <a:pt x="582" y="14"/>
                      <a:pt x="567" y="0"/>
                      <a:pt x="550" y="0"/>
                    </a:cubicBezTo>
                    <a:close/>
                  </a:path>
                </a:pathLst>
              </a:custGeom>
              <a:solidFill>
                <a:schemeClr val="tx1">
                  <a:lumMod val="85000"/>
                </a:schemeClr>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47" name="Google Shape;1891;p48"/>
              <p:cNvSpPr/>
              <p:nvPr/>
            </p:nvSpPr>
            <p:spPr>
              <a:xfrm>
                <a:off x="5078412" y="4067175"/>
                <a:ext cx="714375" cy="322262"/>
              </a:xfrm>
              <a:custGeom>
                <a:avLst/>
                <a:gdLst/>
                <a:ahLst/>
                <a:cxnLst/>
                <a:rect l="l" t="t" r="r" b="b"/>
                <a:pathLst>
                  <a:path w="164" h="74" extrusionOk="0">
                    <a:moveTo>
                      <a:pt x="164" y="67"/>
                    </a:moveTo>
                    <a:cubicBezTo>
                      <a:pt x="164" y="12"/>
                      <a:pt x="164" y="12"/>
                      <a:pt x="164" y="12"/>
                    </a:cubicBezTo>
                    <a:cubicBezTo>
                      <a:pt x="164" y="5"/>
                      <a:pt x="158" y="0"/>
                      <a:pt x="152" y="1"/>
                    </a:cubicBezTo>
                    <a:cubicBezTo>
                      <a:pt x="8" y="26"/>
                      <a:pt x="8" y="26"/>
                      <a:pt x="8" y="26"/>
                    </a:cubicBezTo>
                    <a:cubicBezTo>
                      <a:pt x="4" y="27"/>
                      <a:pt x="0" y="31"/>
                      <a:pt x="0" y="36"/>
                    </a:cubicBezTo>
                    <a:cubicBezTo>
                      <a:pt x="0" y="67"/>
                      <a:pt x="0" y="67"/>
                      <a:pt x="0" y="67"/>
                    </a:cubicBezTo>
                    <a:cubicBezTo>
                      <a:pt x="0" y="71"/>
                      <a:pt x="3" y="74"/>
                      <a:pt x="8" y="74"/>
                    </a:cubicBezTo>
                    <a:cubicBezTo>
                      <a:pt x="156" y="74"/>
                      <a:pt x="156" y="74"/>
                      <a:pt x="156" y="74"/>
                    </a:cubicBezTo>
                    <a:cubicBezTo>
                      <a:pt x="160" y="74"/>
                      <a:pt x="164" y="71"/>
                      <a:pt x="164" y="67"/>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48" name="Google Shape;1892;p48"/>
              <p:cNvSpPr/>
              <p:nvPr/>
            </p:nvSpPr>
            <p:spPr>
              <a:xfrm>
                <a:off x="6389687" y="3844925"/>
                <a:ext cx="715962" cy="544512"/>
              </a:xfrm>
              <a:custGeom>
                <a:avLst/>
                <a:gdLst/>
                <a:ahLst/>
                <a:cxnLst/>
                <a:rect l="l" t="t" r="r" b="b"/>
                <a:pathLst>
                  <a:path w="164" h="125" extrusionOk="0">
                    <a:moveTo>
                      <a:pt x="164" y="118"/>
                    </a:moveTo>
                    <a:cubicBezTo>
                      <a:pt x="164" y="11"/>
                      <a:pt x="164" y="11"/>
                      <a:pt x="164" y="11"/>
                    </a:cubicBezTo>
                    <a:cubicBezTo>
                      <a:pt x="164" y="5"/>
                      <a:pt x="158" y="0"/>
                      <a:pt x="152" y="1"/>
                    </a:cubicBezTo>
                    <a:cubicBezTo>
                      <a:pt x="8" y="26"/>
                      <a:pt x="8" y="26"/>
                      <a:pt x="8" y="26"/>
                    </a:cubicBezTo>
                    <a:cubicBezTo>
                      <a:pt x="3" y="26"/>
                      <a:pt x="0" y="31"/>
                      <a:pt x="0" y="36"/>
                    </a:cubicBezTo>
                    <a:cubicBezTo>
                      <a:pt x="0" y="118"/>
                      <a:pt x="0" y="118"/>
                      <a:pt x="0" y="118"/>
                    </a:cubicBezTo>
                    <a:cubicBezTo>
                      <a:pt x="0" y="122"/>
                      <a:pt x="3" y="125"/>
                      <a:pt x="8" y="125"/>
                    </a:cubicBezTo>
                    <a:cubicBezTo>
                      <a:pt x="156" y="125"/>
                      <a:pt x="156" y="125"/>
                      <a:pt x="156" y="125"/>
                    </a:cubicBezTo>
                    <a:cubicBezTo>
                      <a:pt x="160" y="125"/>
                      <a:pt x="164" y="122"/>
                      <a:pt x="164" y="118"/>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sp>
          <p:nvSpPr>
            <p:cNvPr id="49" name="Google Shape;1887;p48"/>
            <p:cNvSpPr/>
            <p:nvPr/>
          </p:nvSpPr>
          <p:spPr>
            <a:xfrm>
              <a:off x="1366388" y="898515"/>
              <a:ext cx="3389460" cy="1250126"/>
            </a:xfrm>
            <a:custGeom>
              <a:avLst/>
              <a:gdLst/>
              <a:ahLst/>
              <a:cxnLst/>
              <a:rect l="l" t="t" r="r" b="b"/>
              <a:pathLst>
                <a:path w="707" h="260" extrusionOk="0">
                  <a:moveTo>
                    <a:pt x="88" y="260"/>
                  </a:moveTo>
                  <a:cubicBezTo>
                    <a:pt x="49" y="260"/>
                    <a:pt x="14" y="232"/>
                    <a:pt x="7" y="192"/>
                  </a:cubicBezTo>
                  <a:cubicBezTo>
                    <a:pt x="0" y="147"/>
                    <a:pt x="30" y="105"/>
                    <a:pt x="74" y="97"/>
                  </a:cubicBezTo>
                  <a:cubicBezTo>
                    <a:pt x="605" y="7"/>
                    <a:pt x="605" y="7"/>
                    <a:pt x="605" y="7"/>
                  </a:cubicBezTo>
                  <a:cubicBezTo>
                    <a:pt x="649" y="0"/>
                    <a:pt x="692" y="30"/>
                    <a:pt x="699" y="75"/>
                  </a:cubicBezTo>
                  <a:cubicBezTo>
                    <a:pt x="707" y="119"/>
                    <a:pt x="677" y="161"/>
                    <a:pt x="632" y="169"/>
                  </a:cubicBezTo>
                  <a:cubicBezTo>
                    <a:pt x="102" y="259"/>
                    <a:pt x="102" y="259"/>
                    <a:pt x="102" y="259"/>
                  </a:cubicBezTo>
                  <a:cubicBezTo>
                    <a:pt x="97" y="260"/>
                    <a:pt x="93" y="260"/>
                    <a:pt x="88" y="260"/>
                  </a:cubicBezTo>
                  <a:close/>
                </a:path>
              </a:pathLst>
            </a:custGeom>
            <a:solidFill>
              <a:schemeClr val="tx2">
                <a:lumMod val="60000"/>
                <a:lumOff val="40000"/>
              </a:schemeClr>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sp>
        <p:nvSpPr>
          <p:cNvPr id="106" name="Google Shape;224;p17"/>
          <p:cNvSpPr txBox="1">
            <a:spLocks/>
          </p:cNvSpPr>
          <p:nvPr/>
        </p:nvSpPr>
        <p:spPr>
          <a:xfrm rot="380726">
            <a:off x="5566371" y="2481073"/>
            <a:ext cx="2563686" cy="33807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9pPr>
          </a:lstStyle>
          <a:p>
            <a:pPr algn="ctr"/>
            <a:r>
              <a:rPr lang="en-US" sz="2000" dirty="0" smtClean="0">
                <a:solidFill>
                  <a:schemeClr val="tx1"/>
                </a:solidFill>
              </a:rPr>
              <a:t>SELLER</a:t>
            </a:r>
            <a:endParaRPr lang="en-US" sz="2000" dirty="0">
              <a:solidFill>
                <a:schemeClr val="tx1"/>
              </a:solidFill>
            </a:endParaRPr>
          </a:p>
        </p:txBody>
      </p:sp>
      <p:sp>
        <p:nvSpPr>
          <p:cNvPr id="107" name="Google Shape;224;p17"/>
          <p:cNvSpPr txBox="1">
            <a:spLocks/>
          </p:cNvSpPr>
          <p:nvPr/>
        </p:nvSpPr>
        <p:spPr>
          <a:xfrm rot="380726">
            <a:off x="5708090" y="2074418"/>
            <a:ext cx="2563686" cy="33807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9pPr>
          </a:lstStyle>
          <a:p>
            <a:pPr algn="ctr"/>
            <a:r>
              <a:rPr lang="en-US" sz="2000" dirty="0" smtClean="0">
                <a:solidFill>
                  <a:schemeClr val="tx1"/>
                </a:solidFill>
              </a:rPr>
              <a:t>EMPLOYEE</a:t>
            </a:r>
            <a:endParaRPr lang="en-US" sz="2000" dirty="0">
              <a:solidFill>
                <a:schemeClr val="tx1"/>
              </a:solidFill>
            </a:endParaRPr>
          </a:p>
        </p:txBody>
      </p:sp>
      <p:sp>
        <p:nvSpPr>
          <p:cNvPr id="108" name="Google Shape;224;p17"/>
          <p:cNvSpPr txBox="1">
            <a:spLocks/>
          </p:cNvSpPr>
          <p:nvPr/>
        </p:nvSpPr>
        <p:spPr>
          <a:xfrm rot="380726">
            <a:off x="5845052" y="1687107"/>
            <a:ext cx="2563686" cy="33807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9pPr>
          </a:lstStyle>
          <a:p>
            <a:pPr algn="ctr"/>
            <a:r>
              <a:rPr lang="en-US" sz="2000" dirty="0" smtClean="0">
                <a:solidFill>
                  <a:schemeClr val="tx1"/>
                </a:solidFill>
              </a:rPr>
              <a:t>CUSTOMER</a:t>
            </a:r>
            <a:endParaRPr lang="en-US" sz="2000" dirty="0">
              <a:solidFill>
                <a:schemeClr val="tx1"/>
              </a:solidFill>
            </a:endParaRPr>
          </a:p>
        </p:txBody>
      </p:sp>
      <p:sp>
        <p:nvSpPr>
          <p:cNvPr id="109" name="Google Shape;224;p17"/>
          <p:cNvSpPr txBox="1">
            <a:spLocks/>
          </p:cNvSpPr>
          <p:nvPr/>
        </p:nvSpPr>
        <p:spPr>
          <a:xfrm rot="380726">
            <a:off x="5918300" y="1288267"/>
            <a:ext cx="2563686" cy="33807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9pPr>
          </a:lstStyle>
          <a:p>
            <a:pPr algn="ctr"/>
            <a:r>
              <a:rPr lang="en-US" sz="2000" dirty="0" smtClean="0">
                <a:solidFill>
                  <a:schemeClr val="tx1"/>
                </a:solidFill>
              </a:rPr>
              <a:t>DEALERS</a:t>
            </a:r>
            <a:endParaRPr lang="en-US" sz="2000" dirty="0">
              <a:solidFill>
                <a:schemeClr val="tx1"/>
              </a:solidFill>
            </a:endParaRPr>
          </a:p>
        </p:txBody>
      </p:sp>
      <p:sp>
        <p:nvSpPr>
          <p:cNvPr id="110" name="Google Shape;224;p17"/>
          <p:cNvSpPr txBox="1">
            <a:spLocks/>
          </p:cNvSpPr>
          <p:nvPr/>
        </p:nvSpPr>
        <p:spPr>
          <a:xfrm rot="380726">
            <a:off x="6039851" y="881550"/>
            <a:ext cx="2563686" cy="33807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9pPr>
          </a:lstStyle>
          <a:p>
            <a:pPr algn="ctr"/>
            <a:r>
              <a:rPr lang="en-US" sz="2000" dirty="0" smtClean="0">
                <a:solidFill>
                  <a:schemeClr val="tx1"/>
                </a:solidFill>
              </a:rPr>
              <a:t>FEEDBACK</a:t>
            </a:r>
            <a:endParaRPr lang="en-US" sz="2000" dirty="0">
              <a:solidFill>
                <a:schemeClr val="tx1"/>
              </a:solidFill>
            </a:endParaRPr>
          </a:p>
        </p:txBody>
      </p:sp>
      <p:sp>
        <p:nvSpPr>
          <p:cNvPr id="111" name="Google Shape;224;p17"/>
          <p:cNvSpPr txBox="1">
            <a:spLocks/>
          </p:cNvSpPr>
          <p:nvPr/>
        </p:nvSpPr>
        <p:spPr>
          <a:xfrm rot="380726">
            <a:off x="6192252" y="507408"/>
            <a:ext cx="2563686" cy="33807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9pPr>
          </a:lstStyle>
          <a:p>
            <a:pPr algn="ctr"/>
            <a:r>
              <a:rPr lang="en-US" sz="2000" dirty="0" smtClean="0">
                <a:solidFill>
                  <a:schemeClr val="tx1"/>
                </a:solidFill>
              </a:rPr>
              <a:t>EXIT</a:t>
            </a:r>
            <a:endParaRPr lang="en-US" sz="2000" dirty="0">
              <a:solidFill>
                <a:schemeClr val="tx1"/>
              </a:solidFill>
            </a:endParaRPr>
          </a:p>
        </p:txBody>
      </p:sp>
      <p:sp>
        <p:nvSpPr>
          <p:cNvPr id="112" name="Google Shape;224;p17"/>
          <p:cNvSpPr txBox="1">
            <a:spLocks/>
          </p:cNvSpPr>
          <p:nvPr/>
        </p:nvSpPr>
        <p:spPr>
          <a:xfrm rot="974695">
            <a:off x="5413377" y="3104985"/>
            <a:ext cx="2563686" cy="33807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9pPr>
          </a:lstStyle>
          <a:p>
            <a:pPr algn="ctr"/>
            <a:r>
              <a:rPr lang="en-US" sz="2000" dirty="0" smtClean="0">
                <a:solidFill>
                  <a:schemeClr val="tx1"/>
                </a:solidFill>
              </a:rPr>
              <a:t>START</a:t>
            </a:r>
            <a:endParaRPr lang="en-US" dirty="0">
              <a:solidFill>
                <a:schemeClr val="tx1"/>
              </a:solidFill>
            </a:endParaRPr>
          </a:p>
        </p:txBody>
      </p:sp>
      <p:sp>
        <p:nvSpPr>
          <p:cNvPr id="113" name="Google Shape;123;p14"/>
          <p:cNvSpPr txBox="1">
            <a:spLocks/>
          </p:cNvSpPr>
          <p:nvPr/>
        </p:nvSpPr>
        <p:spPr>
          <a:xfrm>
            <a:off x="231446" y="0"/>
            <a:ext cx="5937431" cy="65563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3600"/>
              <a:buFont typeface="Barlow"/>
              <a:buNone/>
              <a:defRPr sz="3600" b="1" i="0" u="none" strike="noStrike" cap="none">
                <a:solidFill>
                  <a:schemeClr val="accent1"/>
                </a:solidFill>
                <a:latin typeface="Barlow"/>
                <a:ea typeface="Barlow"/>
                <a:cs typeface="Barlow"/>
                <a:sym typeface="Barlow"/>
              </a:defRPr>
            </a:lvl9pPr>
          </a:lstStyle>
          <a:p>
            <a:r>
              <a:rPr lang="en-US" dirty="0" smtClean="0"/>
              <a:t>MODULES BY DIAGRAM</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64" name="Google Shape;297;p22"/>
          <p:cNvSpPr/>
          <p:nvPr/>
        </p:nvSpPr>
        <p:spPr>
          <a:xfrm>
            <a:off x="7382401" y="3104124"/>
            <a:ext cx="1423800" cy="1423800"/>
          </a:xfrm>
          <a:prstGeom prst="ellipse">
            <a:avLst/>
          </a:prstGeom>
          <a:solidFill>
            <a:schemeClr val="accent1"/>
          </a:soli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grpSp>
        <p:nvGrpSpPr>
          <p:cNvPr id="55" name="Grupo 50">
            <a:extLst>
              <a:ext uri="{FF2B5EF4-FFF2-40B4-BE49-F238E27FC236}">
                <a16:creationId xmlns="" xmlns:a16="http://schemas.microsoft.com/office/drawing/2014/main" id="{4821C6E0-D628-1045-909A-C4A8E9F1A2C5}"/>
              </a:ext>
            </a:extLst>
          </p:cNvPr>
          <p:cNvGrpSpPr/>
          <p:nvPr/>
        </p:nvGrpSpPr>
        <p:grpSpPr>
          <a:xfrm>
            <a:off x="4670676" y="2401828"/>
            <a:ext cx="4558849" cy="2930281"/>
            <a:chOff x="5419407" y="3621745"/>
            <a:chExt cx="743969" cy="516493"/>
          </a:xfrm>
        </p:grpSpPr>
        <p:sp>
          <p:nvSpPr>
            <p:cNvPr id="56" name="Google Shape;1068;p46">
              <a:extLst>
                <a:ext uri="{FF2B5EF4-FFF2-40B4-BE49-F238E27FC236}">
                  <a16:creationId xmlns="" xmlns:a16="http://schemas.microsoft.com/office/drawing/2014/main" id="{B93F5133-5C8E-934B-B826-EBAC0BE2DC05}"/>
                </a:ext>
              </a:extLst>
            </p:cNvPr>
            <p:cNvSpPr/>
            <p:nvPr/>
          </p:nvSpPr>
          <p:spPr>
            <a:xfrm>
              <a:off x="5419407" y="3621745"/>
              <a:ext cx="657536" cy="466127"/>
            </a:xfrm>
            <a:custGeom>
              <a:avLst/>
              <a:gdLst/>
              <a:ahLst/>
              <a:cxnLst/>
              <a:rect l="l" t="t" r="r" b="b"/>
              <a:pathLst>
                <a:path w="6575358" h="4661273" extrusionOk="0">
                  <a:moveTo>
                    <a:pt x="821939" y="267047"/>
                  </a:moveTo>
                  <a:cubicBezTo>
                    <a:pt x="148314" y="-318021"/>
                    <a:pt x="53758" y="239450"/>
                    <a:pt x="8896" y="247729"/>
                  </a:cubicBezTo>
                  <a:cubicBezTo>
                    <a:pt x="8896" y="247729"/>
                    <a:pt x="-11120" y="382267"/>
                    <a:pt x="8896" y="872814"/>
                  </a:cubicBezTo>
                  <a:lnTo>
                    <a:pt x="6575358" y="4661273"/>
                  </a:lnTo>
                  <a:lnTo>
                    <a:pt x="6575358" y="1995346"/>
                  </a:lnTo>
                  <a:cubicBezTo>
                    <a:pt x="5828573" y="658933"/>
                    <a:pt x="5334398" y="-274555"/>
                    <a:pt x="4848504" y="156657"/>
                  </a:cubicBezTo>
                  <a:cubicBezTo>
                    <a:pt x="4006473" y="902482"/>
                    <a:pt x="3596501" y="1403378"/>
                    <a:pt x="2595036" y="368469"/>
                  </a:cubicBezTo>
                  <a:cubicBezTo>
                    <a:pt x="2001473" y="-244888"/>
                    <a:pt x="1630841" y="969406"/>
                    <a:pt x="821939" y="267047"/>
                  </a:cubicBezTo>
                  <a:close/>
                </a:path>
              </a:pathLst>
            </a:custGeom>
            <a:gradFill>
              <a:gsLst>
                <a:gs pos="0">
                  <a:srgbClr val="FFFFFF">
                    <a:alpha val="19607"/>
                    <a:alpha val="29800"/>
                  </a:srgbClr>
                </a:gs>
                <a:gs pos="47000">
                  <a:srgbClr val="FFFFFF">
                    <a:alpha val="0"/>
                  </a:srgbClr>
                </a:gs>
                <a:gs pos="100000">
                  <a:srgbClr val="FFFFFF">
                    <a:alpha val="0"/>
                  </a:srgbClr>
                </a:gs>
              </a:gsLst>
              <a:lin ang="660013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a:sym typeface="Calibri"/>
              </a:endParaRPr>
            </a:p>
          </p:txBody>
        </p:sp>
        <p:sp>
          <p:nvSpPr>
            <p:cNvPr id="57" name="Google Shape;1069;p46">
              <a:extLst>
                <a:ext uri="{FF2B5EF4-FFF2-40B4-BE49-F238E27FC236}">
                  <a16:creationId xmlns="" xmlns:a16="http://schemas.microsoft.com/office/drawing/2014/main" id="{3AC24FBA-4ED8-8245-A6BA-5C9E0A28A55E}"/>
                </a:ext>
              </a:extLst>
            </p:cNvPr>
            <p:cNvSpPr/>
            <p:nvPr/>
          </p:nvSpPr>
          <p:spPr>
            <a:xfrm>
              <a:off x="5505840" y="3667453"/>
              <a:ext cx="657536" cy="470785"/>
            </a:xfrm>
            <a:custGeom>
              <a:avLst/>
              <a:gdLst/>
              <a:ahLst/>
              <a:cxnLst/>
              <a:rect l="l" t="t" r="r" b="b"/>
              <a:pathLst>
                <a:path w="6575357" h="4707850" extrusionOk="0">
                  <a:moveTo>
                    <a:pt x="822629" y="313625"/>
                  </a:moveTo>
                  <a:cubicBezTo>
                    <a:pt x="149004" y="-271443"/>
                    <a:pt x="54448" y="285338"/>
                    <a:pt x="8896" y="294307"/>
                  </a:cubicBezTo>
                  <a:cubicBezTo>
                    <a:pt x="8896" y="294307"/>
                    <a:pt x="-11120" y="428845"/>
                    <a:pt x="8896" y="919392"/>
                  </a:cubicBezTo>
                  <a:lnTo>
                    <a:pt x="6575358" y="4707851"/>
                  </a:lnTo>
                  <a:lnTo>
                    <a:pt x="6575358" y="2041924"/>
                  </a:lnTo>
                  <a:cubicBezTo>
                    <a:pt x="5512466" y="499219"/>
                    <a:pt x="4811924" y="786234"/>
                    <a:pt x="4204557" y="1009085"/>
                  </a:cubicBezTo>
                  <a:cubicBezTo>
                    <a:pt x="3609614" y="1227105"/>
                    <a:pt x="3391514" y="771745"/>
                    <a:pt x="2638518" y="122512"/>
                  </a:cubicBezTo>
                  <a:cubicBezTo>
                    <a:pt x="2019418" y="-411501"/>
                    <a:pt x="1631531" y="1015984"/>
                    <a:pt x="822629" y="313625"/>
                  </a:cubicBezTo>
                  <a:close/>
                </a:path>
              </a:pathLst>
            </a:custGeom>
            <a:gradFill>
              <a:gsLst>
                <a:gs pos="0">
                  <a:srgbClr val="FFFFFF">
                    <a:alpha val="19607"/>
                    <a:alpha val="29800"/>
                  </a:srgbClr>
                </a:gs>
                <a:gs pos="47000">
                  <a:srgbClr val="FFFFFF">
                    <a:alpha val="0"/>
                  </a:srgbClr>
                </a:gs>
                <a:gs pos="100000">
                  <a:srgbClr val="FFFFFF">
                    <a:alpha val="0"/>
                  </a:srgbClr>
                </a:gs>
              </a:gsLst>
              <a:lin ang="660013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a:sym typeface="Calibri"/>
              </a:endParaRPr>
            </a:p>
          </p:txBody>
        </p:sp>
      </p:grpSp>
      <p:sp>
        <p:nvSpPr>
          <p:cNvPr id="224" name="Google Shape;224;p17"/>
          <p:cNvSpPr txBox="1">
            <a:spLocks noGrp="1"/>
          </p:cNvSpPr>
          <p:nvPr>
            <p:ph type="ctrTitle" idx="4294967295"/>
          </p:nvPr>
        </p:nvSpPr>
        <p:spPr>
          <a:xfrm>
            <a:off x="610257" y="1947776"/>
            <a:ext cx="2598194" cy="1207377"/>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4800" dirty="0" smtClean="0"/>
              <a:t>SELLER</a:t>
            </a:r>
            <a:endParaRPr sz="7200" dirty="0"/>
          </a:p>
        </p:txBody>
      </p:sp>
      <p:grpSp>
        <p:nvGrpSpPr>
          <p:cNvPr id="34" name="Group 33"/>
          <p:cNvGrpSpPr/>
          <p:nvPr/>
        </p:nvGrpSpPr>
        <p:grpSpPr>
          <a:xfrm>
            <a:off x="3611628" y="403906"/>
            <a:ext cx="4661279" cy="3941676"/>
            <a:chOff x="855292" y="836003"/>
            <a:chExt cx="4661279" cy="3941676"/>
          </a:xfrm>
        </p:grpSpPr>
        <p:sp>
          <p:nvSpPr>
            <p:cNvPr id="52" name="Google Shape;301;p22"/>
            <p:cNvSpPr/>
            <p:nvPr/>
          </p:nvSpPr>
          <p:spPr>
            <a:xfrm>
              <a:off x="4486309" y="1402966"/>
              <a:ext cx="1030262" cy="1030262"/>
            </a:xfrm>
            <a:prstGeom prst="ellipse">
              <a:avLst/>
            </a:prstGeom>
            <a:solidFill>
              <a:schemeClr val="accent2"/>
            </a:soli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sp>
          <p:nvSpPr>
            <p:cNvPr id="38" name="Google Shape;297;p22"/>
            <p:cNvSpPr/>
            <p:nvPr/>
          </p:nvSpPr>
          <p:spPr>
            <a:xfrm>
              <a:off x="2165662" y="1532953"/>
              <a:ext cx="1423800" cy="1423800"/>
            </a:xfrm>
            <a:prstGeom prst="ellipse">
              <a:avLst/>
            </a:prstGeom>
            <a:solidFill>
              <a:schemeClr val="accent1"/>
            </a:soli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sp>
          <p:nvSpPr>
            <p:cNvPr id="40" name="Google Shape;299;p22"/>
            <p:cNvSpPr/>
            <p:nvPr/>
          </p:nvSpPr>
          <p:spPr>
            <a:xfrm>
              <a:off x="1824478" y="3097189"/>
              <a:ext cx="1498800" cy="1498800"/>
            </a:xfrm>
            <a:prstGeom prst="ellipse">
              <a:avLst/>
            </a:prstGeom>
            <a:solidFill>
              <a:schemeClr val="accent2"/>
            </a:soli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grpSp>
          <p:nvGrpSpPr>
            <p:cNvPr id="35" name="Google Shape;288;p22"/>
            <p:cNvGrpSpPr/>
            <p:nvPr/>
          </p:nvGrpSpPr>
          <p:grpSpPr>
            <a:xfrm>
              <a:off x="855292" y="836003"/>
              <a:ext cx="4036590" cy="3941676"/>
              <a:chOff x="855292" y="912203"/>
              <a:chExt cx="4036590" cy="3941676"/>
            </a:xfrm>
          </p:grpSpPr>
          <p:sp>
            <p:nvSpPr>
              <p:cNvPr id="54" name="Google Shape;289;p22"/>
              <p:cNvSpPr/>
              <p:nvPr/>
            </p:nvSpPr>
            <p:spPr>
              <a:xfrm rot="-6597333">
                <a:off x="2895551" y="4185127"/>
                <a:ext cx="586303" cy="586303"/>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90;p22"/>
              <p:cNvSpPr/>
              <p:nvPr/>
            </p:nvSpPr>
            <p:spPr>
              <a:xfrm rot="-6599386">
                <a:off x="917321" y="1642633"/>
                <a:ext cx="440541" cy="440541"/>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91;p22"/>
              <p:cNvSpPr/>
              <p:nvPr/>
            </p:nvSpPr>
            <p:spPr>
              <a:xfrm rot="-6598839">
                <a:off x="1486366" y="2582084"/>
                <a:ext cx="1199287" cy="1199287"/>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92;p22"/>
              <p:cNvSpPr/>
              <p:nvPr/>
            </p:nvSpPr>
            <p:spPr>
              <a:xfrm rot="-6598620">
                <a:off x="2973641" y="1148863"/>
                <a:ext cx="1681581" cy="1681581"/>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93;p22"/>
              <p:cNvSpPr/>
              <p:nvPr/>
            </p:nvSpPr>
            <p:spPr>
              <a:xfrm rot="-6597866">
                <a:off x="1260554" y="2443316"/>
                <a:ext cx="629106" cy="629106"/>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94;p22"/>
              <p:cNvSpPr/>
              <p:nvPr/>
            </p:nvSpPr>
            <p:spPr>
              <a:xfrm rot="-6597701">
                <a:off x="1866350" y="1348918"/>
                <a:ext cx="274172" cy="274172"/>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295;p22"/>
            <p:cNvSpPr/>
            <p:nvPr/>
          </p:nvSpPr>
          <p:spPr>
            <a:xfrm>
              <a:off x="3045919" y="1974666"/>
              <a:ext cx="2440200" cy="2440200"/>
            </a:xfrm>
            <a:prstGeom prst="ellipse">
              <a:avLst/>
            </a:prstGeom>
            <a:gradFill>
              <a:gsLst>
                <a:gs pos="0">
                  <a:schemeClr val="accent1"/>
                </a:gs>
                <a:gs pos="100000">
                  <a:schemeClr val="accent2"/>
                </a:gs>
              </a:gsLst>
              <a:lin ang="0" scaled="0"/>
            </a:gra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sp>
          <p:nvSpPr>
            <p:cNvPr id="53" name="Google Shape;302;p22"/>
            <p:cNvSpPr txBox="1"/>
            <p:nvPr/>
          </p:nvSpPr>
          <p:spPr>
            <a:xfrm>
              <a:off x="4664458" y="1535887"/>
              <a:ext cx="700300" cy="68358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dirty="0" smtClean="0">
                  <a:solidFill>
                    <a:schemeClr val="dk1"/>
                  </a:solidFill>
                  <a:latin typeface="Barlow" panose="020B0604020202020204" charset="0"/>
                  <a:ea typeface="Barlow Light"/>
                  <a:cs typeface="Barlow Light"/>
                  <a:sym typeface="Barlow Light"/>
                </a:rPr>
                <a:t>MAIN MENU</a:t>
              </a:r>
              <a:endParaRPr sz="1200" b="1" dirty="0">
                <a:solidFill>
                  <a:schemeClr val="dk1"/>
                </a:solidFill>
                <a:latin typeface="Barlow" panose="020B0604020202020204" charset="0"/>
                <a:ea typeface="Barlow Light"/>
                <a:cs typeface="Barlow Light"/>
                <a:sym typeface="Barlow Light"/>
              </a:endParaRPr>
            </a:p>
          </p:txBody>
        </p:sp>
      </p:grpSp>
      <p:sp>
        <p:nvSpPr>
          <p:cNvPr id="63" name="Google Shape;224;p17"/>
          <p:cNvSpPr txBox="1">
            <a:spLocks/>
          </p:cNvSpPr>
          <p:nvPr/>
        </p:nvSpPr>
        <p:spPr>
          <a:xfrm>
            <a:off x="6168690" y="2182254"/>
            <a:ext cx="2598194" cy="120737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9pPr>
          </a:lstStyle>
          <a:p>
            <a:r>
              <a:rPr lang="en-US" sz="4000" dirty="0" smtClean="0">
                <a:solidFill>
                  <a:schemeClr val="tx1"/>
                </a:solidFill>
              </a:rPr>
              <a:t>SELLER</a:t>
            </a:r>
            <a:endParaRPr lang="en-US" sz="7200" dirty="0">
              <a:solidFill>
                <a:schemeClr val="tx1"/>
              </a:solidFill>
            </a:endParaRPr>
          </a:p>
        </p:txBody>
      </p:sp>
      <p:sp>
        <p:nvSpPr>
          <p:cNvPr id="65" name="Google Shape;302;p22"/>
          <p:cNvSpPr txBox="1"/>
          <p:nvPr/>
        </p:nvSpPr>
        <p:spPr>
          <a:xfrm>
            <a:off x="4949390" y="3072699"/>
            <a:ext cx="762143" cy="683585"/>
          </a:xfrm>
          <a:prstGeom prst="rect">
            <a:avLst/>
          </a:prstGeom>
          <a:noFill/>
          <a:ln>
            <a:noFill/>
          </a:ln>
        </p:spPr>
        <p:txBody>
          <a:bodyPr spcFirstLastPara="1" wrap="square" lIns="91425" tIns="91425" rIns="91425" bIns="91425" anchor="ctr" anchorCtr="0">
            <a:noAutofit/>
          </a:bodyPr>
          <a:lstStyle/>
          <a:p>
            <a:pPr lvl="0" algn="ctr"/>
            <a:r>
              <a:rPr lang="en-US" sz="1200" b="1" dirty="0" smtClean="0">
                <a:solidFill>
                  <a:schemeClr val="dk1"/>
                </a:solidFill>
                <a:latin typeface="Barlow" panose="020B0604020202020204" charset="0"/>
                <a:ea typeface="Barlow Light"/>
                <a:cs typeface="Barlow Light"/>
                <a:sym typeface="Barlow Light"/>
              </a:rPr>
              <a:t>UPDATE</a:t>
            </a:r>
            <a:endParaRPr sz="1200" b="1" dirty="0">
              <a:solidFill>
                <a:schemeClr val="dk1"/>
              </a:solidFill>
              <a:latin typeface="Barlow" panose="020B0604020202020204" charset="0"/>
              <a:ea typeface="Barlow Light"/>
              <a:cs typeface="Barlow Light"/>
              <a:sym typeface="Barlow Light"/>
            </a:endParaRPr>
          </a:p>
        </p:txBody>
      </p:sp>
      <p:sp>
        <p:nvSpPr>
          <p:cNvPr id="66" name="Google Shape;302;p22"/>
          <p:cNvSpPr txBox="1"/>
          <p:nvPr/>
        </p:nvSpPr>
        <p:spPr>
          <a:xfrm>
            <a:off x="7507737" y="3558505"/>
            <a:ext cx="1207375" cy="683585"/>
          </a:xfrm>
          <a:prstGeom prst="rect">
            <a:avLst/>
          </a:prstGeom>
          <a:noFill/>
          <a:ln>
            <a:noFill/>
          </a:ln>
        </p:spPr>
        <p:txBody>
          <a:bodyPr spcFirstLastPara="1" wrap="square" lIns="91425" tIns="91425" rIns="91425" bIns="91425" anchor="ctr" anchorCtr="0">
            <a:noAutofit/>
          </a:bodyPr>
          <a:lstStyle/>
          <a:p>
            <a:pPr lvl="0" algn="ctr"/>
            <a:r>
              <a:rPr lang="en-US" sz="1200" b="1" dirty="0">
                <a:solidFill>
                  <a:schemeClr val="dk1"/>
                </a:solidFill>
                <a:latin typeface="Barlow" panose="020B0604020202020204" charset="0"/>
                <a:ea typeface="Barlow Light"/>
                <a:cs typeface="Barlow Light"/>
                <a:sym typeface="Barlow Light"/>
              </a:rPr>
              <a:t> </a:t>
            </a:r>
            <a:r>
              <a:rPr lang="en-US" sz="1200" b="1" dirty="0" smtClean="0">
                <a:solidFill>
                  <a:schemeClr val="dk1"/>
                </a:solidFill>
                <a:latin typeface="Barlow" panose="020B0604020202020204" charset="0"/>
                <a:ea typeface="Barlow Light"/>
                <a:cs typeface="Barlow Light"/>
                <a:sym typeface="Barlow Light"/>
              </a:rPr>
              <a:t>TRANSACTION</a:t>
            </a:r>
            <a:endParaRPr sz="1200" b="1" dirty="0">
              <a:solidFill>
                <a:schemeClr val="dk1"/>
              </a:solidFill>
              <a:latin typeface="Barlow" panose="020B0604020202020204" charset="0"/>
              <a:ea typeface="Barlow Light"/>
              <a:cs typeface="Barlow Light"/>
              <a:sym typeface="Barlow Light"/>
            </a:endParaRPr>
          </a:p>
        </p:txBody>
      </p:sp>
      <p:sp>
        <p:nvSpPr>
          <p:cNvPr id="68" name="Google Shape;302;p22"/>
          <p:cNvSpPr txBox="1"/>
          <p:nvPr/>
        </p:nvSpPr>
        <p:spPr>
          <a:xfrm>
            <a:off x="5203219" y="1500534"/>
            <a:ext cx="856661" cy="683585"/>
          </a:xfrm>
          <a:prstGeom prst="rect">
            <a:avLst/>
          </a:prstGeom>
          <a:noFill/>
          <a:ln>
            <a:noFill/>
          </a:ln>
        </p:spPr>
        <p:txBody>
          <a:bodyPr spcFirstLastPara="1" wrap="square" lIns="91425" tIns="91425" rIns="91425" bIns="91425" anchor="ctr" anchorCtr="0">
            <a:noAutofit/>
          </a:bodyPr>
          <a:lstStyle/>
          <a:p>
            <a:pPr lvl="0" algn="ctr"/>
            <a:r>
              <a:rPr lang="en-US" sz="1200" b="1" dirty="0" smtClean="0">
                <a:solidFill>
                  <a:schemeClr val="dk1"/>
                </a:solidFill>
                <a:latin typeface="Barlow" panose="020B0604020202020204" charset="0"/>
                <a:ea typeface="Barlow Light"/>
                <a:cs typeface="Barlow Light"/>
                <a:sym typeface="Barlow Light"/>
              </a:rPr>
              <a:t>PRODUCT</a:t>
            </a:r>
          </a:p>
          <a:p>
            <a:pPr lvl="0" algn="ctr"/>
            <a:r>
              <a:rPr lang="en-US" sz="1200" b="1" dirty="0" smtClean="0">
                <a:solidFill>
                  <a:schemeClr val="dk1"/>
                </a:solidFill>
                <a:latin typeface="Barlow" panose="020B0604020202020204" charset="0"/>
                <a:ea typeface="Barlow Light"/>
                <a:cs typeface="Barlow Light"/>
                <a:sym typeface="Barlow Light"/>
              </a:rPr>
              <a:t>LIST</a:t>
            </a:r>
            <a:endParaRPr sz="1200" b="1" dirty="0">
              <a:solidFill>
                <a:schemeClr val="dk1"/>
              </a:solidFill>
              <a:latin typeface="Barlow" panose="020B0604020202020204" charset="0"/>
              <a:ea typeface="Barlow Light"/>
              <a:cs typeface="Barlow Light"/>
              <a:sym typeface="Barlow Light"/>
            </a:endParaRPr>
          </a:p>
        </p:txBody>
      </p:sp>
    </p:spTree>
    <p:extLst>
      <p:ext uri="{BB962C8B-B14F-4D97-AF65-F5344CB8AC3E}">
        <p14:creationId xmlns:p14="http://schemas.microsoft.com/office/powerpoint/2010/main" val="20663250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64" name="Google Shape;297;p22"/>
          <p:cNvSpPr/>
          <p:nvPr/>
        </p:nvSpPr>
        <p:spPr>
          <a:xfrm>
            <a:off x="7382401" y="3104124"/>
            <a:ext cx="1423800" cy="1423800"/>
          </a:xfrm>
          <a:prstGeom prst="ellipse">
            <a:avLst/>
          </a:prstGeom>
          <a:solidFill>
            <a:schemeClr val="accent1"/>
          </a:soli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grpSp>
        <p:nvGrpSpPr>
          <p:cNvPr id="55" name="Grupo 50">
            <a:extLst>
              <a:ext uri="{FF2B5EF4-FFF2-40B4-BE49-F238E27FC236}">
                <a16:creationId xmlns="" xmlns:a16="http://schemas.microsoft.com/office/drawing/2014/main" id="{4821C6E0-D628-1045-909A-C4A8E9F1A2C5}"/>
              </a:ext>
            </a:extLst>
          </p:cNvPr>
          <p:cNvGrpSpPr/>
          <p:nvPr/>
        </p:nvGrpSpPr>
        <p:grpSpPr>
          <a:xfrm>
            <a:off x="4670676" y="2401828"/>
            <a:ext cx="4558849" cy="2930281"/>
            <a:chOff x="5419407" y="3621745"/>
            <a:chExt cx="743969" cy="516493"/>
          </a:xfrm>
        </p:grpSpPr>
        <p:sp>
          <p:nvSpPr>
            <p:cNvPr id="56" name="Google Shape;1068;p46">
              <a:extLst>
                <a:ext uri="{FF2B5EF4-FFF2-40B4-BE49-F238E27FC236}">
                  <a16:creationId xmlns="" xmlns:a16="http://schemas.microsoft.com/office/drawing/2014/main" id="{B93F5133-5C8E-934B-B826-EBAC0BE2DC05}"/>
                </a:ext>
              </a:extLst>
            </p:cNvPr>
            <p:cNvSpPr/>
            <p:nvPr/>
          </p:nvSpPr>
          <p:spPr>
            <a:xfrm>
              <a:off x="5419407" y="3621745"/>
              <a:ext cx="657536" cy="466127"/>
            </a:xfrm>
            <a:custGeom>
              <a:avLst/>
              <a:gdLst/>
              <a:ahLst/>
              <a:cxnLst/>
              <a:rect l="l" t="t" r="r" b="b"/>
              <a:pathLst>
                <a:path w="6575358" h="4661273" extrusionOk="0">
                  <a:moveTo>
                    <a:pt x="821939" y="267047"/>
                  </a:moveTo>
                  <a:cubicBezTo>
                    <a:pt x="148314" y="-318021"/>
                    <a:pt x="53758" y="239450"/>
                    <a:pt x="8896" y="247729"/>
                  </a:cubicBezTo>
                  <a:cubicBezTo>
                    <a:pt x="8896" y="247729"/>
                    <a:pt x="-11120" y="382267"/>
                    <a:pt x="8896" y="872814"/>
                  </a:cubicBezTo>
                  <a:lnTo>
                    <a:pt x="6575358" y="4661273"/>
                  </a:lnTo>
                  <a:lnTo>
                    <a:pt x="6575358" y="1995346"/>
                  </a:lnTo>
                  <a:cubicBezTo>
                    <a:pt x="5828573" y="658933"/>
                    <a:pt x="5334398" y="-274555"/>
                    <a:pt x="4848504" y="156657"/>
                  </a:cubicBezTo>
                  <a:cubicBezTo>
                    <a:pt x="4006473" y="902482"/>
                    <a:pt x="3596501" y="1403378"/>
                    <a:pt x="2595036" y="368469"/>
                  </a:cubicBezTo>
                  <a:cubicBezTo>
                    <a:pt x="2001473" y="-244888"/>
                    <a:pt x="1630841" y="969406"/>
                    <a:pt x="821939" y="267047"/>
                  </a:cubicBezTo>
                  <a:close/>
                </a:path>
              </a:pathLst>
            </a:custGeom>
            <a:gradFill>
              <a:gsLst>
                <a:gs pos="0">
                  <a:srgbClr val="FFFFFF">
                    <a:alpha val="19607"/>
                    <a:alpha val="29800"/>
                  </a:srgbClr>
                </a:gs>
                <a:gs pos="47000">
                  <a:srgbClr val="FFFFFF">
                    <a:alpha val="0"/>
                  </a:srgbClr>
                </a:gs>
                <a:gs pos="100000">
                  <a:srgbClr val="FFFFFF">
                    <a:alpha val="0"/>
                  </a:srgbClr>
                </a:gs>
              </a:gsLst>
              <a:lin ang="660013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a:sym typeface="Calibri"/>
              </a:endParaRPr>
            </a:p>
          </p:txBody>
        </p:sp>
        <p:sp>
          <p:nvSpPr>
            <p:cNvPr id="57" name="Google Shape;1069;p46">
              <a:extLst>
                <a:ext uri="{FF2B5EF4-FFF2-40B4-BE49-F238E27FC236}">
                  <a16:creationId xmlns="" xmlns:a16="http://schemas.microsoft.com/office/drawing/2014/main" id="{3AC24FBA-4ED8-8245-A6BA-5C9E0A28A55E}"/>
                </a:ext>
              </a:extLst>
            </p:cNvPr>
            <p:cNvSpPr/>
            <p:nvPr/>
          </p:nvSpPr>
          <p:spPr>
            <a:xfrm>
              <a:off x="5505840" y="3667453"/>
              <a:ext cx="657536" cy="470785"/>
            </a:xfrm>
            <a:custGeom>
              <a:avLst/>
              <a:gdLst/>
              <a:ahLst/>
              <a:cxnLst/>
              <a:rect l="l" t="t" r="r" b="b"/>
              <a:pathLst>
                <a:path w="6575357" h="4707850" extrusionOk="0">
                  <a:moveTo>
                    <a:pt x="822629" y="313625"/>
                  </a:moveTo>
                  <a:cubicBezTo>
                    <a:pt x="149004" y="-271443"/>
                    <a:pt x="54448" y="285338"/>
                    <a:pt x="8896" y="294307"/>
                  </a:cubicBezTo>
                  <a:cubicBezTo>
                    <a:pt x="8896" y="294307"/>
                    <a:pt x="-11120" y="428845"/>
                    <a:pt x="8896" y="919392"/>
                  </a:cubicBezTo>
                  <a:lnTo>
                    <a:pt x="6575358" y="4707851"/>
                  </a:lnTo>
                  <a:lnTo>
                    <a:pt x="6575358" y="2041924"/>
                  </a:lnTo>
                  <a:cubicBezTo>
                    <a:pt x="5512466" y="499219"/>
                    <a:pt x="4811924" y="786234"/>
                    <a:pt x="4204557" y="1009085"/>
                  </a:cubicBezTo>
                  <a:cubicBezTo>
                    <a:pt x="3609614" y="1227105"/>
                    <a:pt x="3391514" y="771745"/>
                    <a:pt x="2638518" y="122512"/>
                  </a:cubicBezTo>
                  <a:cubicBezTo>
                    <a:pt x="2019418" y="-411501"/>
                    <a:pt x="1631531" y="1015984"/>
                    <a:pt x="822629" y="313625"/>
                  </a:cubicBezTo>
                  <a:close/>
                </a:path>
              </a:pathLst>
            </a:custGeom>
            <a:gradFill>
              <a:gsLst>
                <a:gs pos="0">
                  <a:srgbClr val="FFFFFF">
                    <a:alpha val="19607"/>
                    <a:alpha val="29800"/>
                  </a:srgbClr>
                </a:gs>
                <a:gs pos="47000">
                  <a:srgbClr val="FFFFFF">
                    <a:alpha val="0"/>
                  </a:srgbClr>
                </a:gs>
                <a:gs pos="100000">
                  <a:srgbClr val="FFFFFF">
                    <a:alpha val="0"/>
                  </a:srgbClr>
                </a:gs>
              </a:gsLst>
              <a:lin ang="660013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a:sym typeface="Calibri"/>
              </a:endParaRPr>
            </a:p>
          </p:txBody>
        </p:sp>
      </p:grpSp>
      <p:sp>
        <p:nvSpPr>
          <p:cNvPr id="224" name="Google Shape;224;p17"/>
          <p:cNvSpPr txBox="1">
            <a:spLocks noGrp="1"/>
          </p:cNvSpPr>
          <p:nvPr>
            <p:ph type="ctrTitle" idx="4294967295"/>
          </p:nvPr>
        </p:nvSpPr>
        <p:spPr>
          <a:xfrm>
            <a:off x="527309" y="1819334"/>
            <a:ext cx="3073710" cy="1207377"/>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4800" dirty="0" smtClean="0"/>
              <a:t>EMPLOYEE</a:t>
            </a:r>
            <a:endParaRPr sz="7200" dirty="0"/>
          </a:p>
        </p:txBody>
      </p:sp>
      <p:grpSp>
        <p:nvGrpSpPr>
          <p:cNvPr id="34" name="Group 33"/>
          <p:cNvGrpSpPr/>
          <p:nvPr/>
        </p:nvGrpSpPr>
        <p:grpSpPr>
          <a:xfrm>
            <a:off x="3611628" y="403906"/>
            <a:ext cx="4661279" cy="3941676"/>
            <a:chOff x="855292" y="836003"/>
            <a:chExt cx="4661279" cy="3941676"/>
          </a:xfrm>
        </p:grpSpPr>
        <p:sp>
          <p:nvSpPr>
            <p:cNvPr id="52" name="Google Shape;301;p22"/>
            <p:cNvSpPr/>
            <p:nvPr/>
          </p:nvSpPr>
          <p:spPr>
            <a:xfrm>
              <a:off x="4486309" y="1402966"/>
              <a:ext cx="1030262" cy="1030262"/>
            </a:xfrm>
            <a:prstGeom prst="ellipse">
              <a:avLst/>
            </a:prstGeom>
            <a:solidFill>
              <a:schemeClr val="accent2"/>
            </a:soli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sp>
          <p:nvSpPr>
            <p:cNvPr id="38" name="Google Shape;297;p22"/>
            <p:cNvSpPr/>
            <p:nvPr/>
          </p:nvSpPr>
          <p:spPr>
            <a:xfrm>
              <a:off x="2165662" y="1532953"/>
              <a:ext cx="1423800" cy="1423800"/>
            </a:xfrm>
            <a:prstGeom prst="ellipse">
              <a:avLst/>
            </a:prstGeom>
            <a:solidFill>
              <a:schemeClr val="accent1"/>
            </a:soli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sp>
          <p:nvSpPr>
            <p:cNvPr id="40" name="Google Shape;299;p22"/>
            <p:cNvSpPr/>
            <p:nvPr/>
          </p:nvSpPr>
          <p:spPr>
            <a:xfrm>
              <a:off x="1824478" y="3097189"/>
              <a:ext cx="1498800" cy="1498800"/>
            </a:xfrm>
            <a:prstGeom prst="ellipse">
              <a:avLst/>
            </a:prstGeom>
            <a:solidFill>
              <a:schemeClr val="accent2"/>
            </a:soli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grpSp>
          <p:nvGrpSpPr>
            <p:cNvPr id="35" name="Google Shape;288;p22"/>
            <p:cNvGrpSpPr/>
            <p:nvPr/>
          </p:nvGrpSpPr>
          <p:grpSpPr>
            <a:xfrm>
              <a:off x="855292" y="836003"/>
              <a:ext cx="4036590" cy="3941676"/>
              <a:chOff x="855292" y="912203"/>
              <a:chExt cx="4036590" cy="3941676"/>
            </a:xfrm>
          </p:grpSpPr>
          <p:sp>
            <p:nvSpPr>
              <p:cNvPr id="54" name="Google Shape;289;p22"/>
              <p:cNvSpPr/>
              <p:nvPr/>
            </p:nvSpPr>
            <p:spPr>
              <a:xfrm rot="-6597333">
                <a:off x="2895551" y="4185127"/>
                <a:ext cx="586303" cy="586303"/>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90;p22"/>
              <p:cNvSpPr/>
              <p:nvPr/>
            </p:nvSpPr>
            <p:spPr>
              <a:xfrm rot="-6599386">
                <a:off x="917321" y="1642633"/>
                <a:ext cx="440541" cy="440541"/>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91;p22"/>
              <p:cNvSpPr/>
              <p:nvPr/>
            </p:nvSpPr>
            <p:spPr>
              <a:xfrm rot="-6598839">
                <a:off x="1486366" y="2582084"/>
                <a:ext cx="1199287" cy="1199287"/>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92;p22"/>
              <p:cNvSpPr/>
              <p:nvPr/>
            </p:nvSpPr>
            <p:spPr>
              <a:xfrm rot="-6598620">
                <a:off x="2973641" y="1148863"/>
                <a:ext cx="1681581" cy="1681581"/>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93;p22"/>
              <p:cNvSpPr/>
              <p:nvPr/>
            </p:nvSpPr>
            <p:spPr>
              <a:xfrm rot="-6597866">
                <a:off x="1260554" y="2443316"/>
                <a:ext cx="629106" cy="629106"/>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94;p22"/>
              <p:cNvSpPr/>
              <p:nvPr/>
            </p:nvSpPr>
            <p:spPr>
              <a:xfrm rot="-6597701">
                <a:off x="1866350" y="1348918"/>
                <a:ext cx="274172" cy="274172"/>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295;p22"/>
            <p:cNvSpPr/>
            <p:nvPr/>
          </p:nvSpPr>
          <p:spPr>
            <a:xfrm>
              <a:off x="3045919" y="1974666"/>
              <a:ext cx="2440200" cy="2440200"/>
            </a:xfrm>
            <a:prstGeom prst="ellipse">
              <a:avLst/>
            </a:prstGeom>
            <a:gradFill>
              <a:gsLst>
                <a:gs pos="0">
                  <a:schemeClr val="accent1"/>
                </a:gs>
                <a:gs pos="100000">
                  <a:schemeClr val="accent2"/>
                </a:gs>
              </a:gsLst>
              <a:lin ang="0" scaled="0"/>
            </a:gra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sp>
          <p:nvSpPr>
            <p:cNvPr id="53" name="Google Shape;302;p22"/>
            <p:cNvSpPr txBox="1"/>
            <p:nvPr/>
          </p:nvSpPr>
          <p:spPr>
            <a:xfrm>
              <a:off x="4664458" y="1535887"/>
              <a:ext cx="700300" cy="68358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dirty="0" smtClean="0">
                  <a:solidFill>
                    <a:schemeClr val="dk1"/>
                  </a:solidFill>
                  <a:latin typeface="Barlow" panose="020B0604020202020204" charset="0"/>
                  <a:ea typeface="Barlow Light"/>
                  <a:cs typeface="Barlow Light"/>
                  <a:sym typeface="Barlow Light"/>
                </a:rPr>
                <a:t>MAIN MENU</a:t>
              </a:r>
              <a:endParaRPr sz="1200" b="1" dirty="0">
                <a:solidFill>
                  <a:schemeClr val="dk1"/>
                </a:solidFill>
                <a:latin typeface="Barlow" panose="020B0604020202020204" charset="0"/>
                <a:ea typeface="Barlow Light"/>
                <a:cs typeface="Barlow Light"/>
                <a:sym typeface="Barlow Light"/>
              </a:endParaRPr>
            </a:p>
          </p:txBody>
        </p:sp>
      </p:grpSp>
      <p:sp>
        <p:nvSpPr>
          <p:cNvPr id="63" name="Google Shape;224;p17"/>
          <p:cNvSpPr txBox="1">
            <a:spLocks/>
          </p:cNvSpPr>
          <p:nvPr/>
        </p:nvSpPr>
        <p:spPr>
          <a:xfrm>
            <a:off x="5917458" y="2182254"/>
            <a:ext cx="2598194" cy="120737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9pPr>
          </a:lstStyle>
          <a:p>
            <a:r>
              <a:rPr lang="en-US" sz="3600" dirty="0" smtClean="0">
                <a:solidFill>
                  <a:schemeClr val="tx1"/>
                </a:solidFill>
              </a:rPr>
              <a:t>EMPLOYEE</a:t>
            </a:r>
            <a:endParaRPr lang="en-US" sz="6600" dirty="0">
              <a:solidFill>
                <a:schemeClr val="tx1"/>
              </a:solidFill>
            </a:endParaRPr>
          </a:p>
        </p:txBody>
      </p:sp>
      <p:sp>
        <p:nvSpPr>
          <p:cNvPr id="65" name="Google Shape;302;p22"/>
          <p:cNvSpPr txBox="1"/>
          <p:nvPr/>
        </p:nvSpPr>
        <p:spPr>
          <a:xfrm>
            <a:off x="4949390" y="3072699"/>
            <a:ext cx="762143" cy="683585"/>
          </a:xfrm>
          <a:prstGeom prst="rect">
            <a:avLst/>
          </a:prstGeom>
          <a:noFill/>
          <a:ln>
            <a:noFill/>
          </a:ln>
        </p:spPr>
        <p:txBody>
          <a:bodyPr spcFirstLastPara="1" wrap="square" lIns="91425" tIns="91425" rIns="91425" bIns="91425" anchor="ctr" anchorCtr="0">
            <a:noAutofit/>
          </a:bodyPr>
          <a:lstStyle/>
          <a:p>
            <a:pPr lvl="0" algn="ctr"/>
            <a:r>
              <a:rPr lang="en-US" sz="1200" b="1" dirty="0" smtClean="0">
                <a:solidFill>
                  <a:schemeClr val="dk1"/>
                </a:solidFill>
                <a:latin typeface="Barlow" panose="020B0604020202020204" charset="0"/>
                <a:ea typeface="Barlow Light"/>
                <a:cs typeface="Barlow Light"/>
                <a:sym typeface="Barlow Light"/>
              </a:rPr>
              <a:t>UPDATE</a:t>
            </a:r>
            <a:endParaRPr sz="1200" b="1" dirty="0">
              <a:solidFill>
                <a:schemeClr val="dk1"/>
              </a:solidFill>
              <a:latin typeface="Barlow" panose="020B0604020202020204" charset="0"/>
              <a:ea typeface="Barlow Light"/>
              <a:cs typeface="Barlow Light"/>
              <a:sym typeface="Barlow Light"/>
            </a:endParaRPr>
          </a:p>
        </p:txBody>
      </p:sp>
      <p:sp>
        <p:nvSpPr>
          <p:cNvPr id="66" name="Google Shape;302;p22"/>
          <p:cNvSpPr txBox="1"/>
          <p:nvPr/>
        </p:nvSpPr>
        <p:spPr>
          <a:xfrm>
            <a:off x="7507737" y="3558505"/>
            <a:ext cx="1207375" cy="683585"/>
          </a:xfrm>
          <a:prstGeom prst="rect">
            <a:avLst/>
          </a:prstGeom>
          <a:noFill/>
          <a:ln>
            <a:noFill/>
          </a:ln>
        </p:spPr>
        <p:txBody>
          <a:bodyPr spcFirstLastPara="1" wrap="square" lIns="91425" tIns="91425" rIns="91425" bIns="91425" anchor="ctr" anchorCtr="0">
            <a:noAutofit/>
          </a:bodyPr>
          <a:lstStyle/>
          <a:p>
            <a:pPr lvl="0" algn="ctr"/>
            <a:r>
              <a:rPr lang="en-US" sz="1200" b="1" dirty="0">
                <a:solidFill>
                  <a:schemeClr val="dk1"/>
                </a:solidFill>
                <a:latin typeface="Barlow" panose="020B0604020202020204" charset="0"/>
                <a:ea typeface="Barlow Light"/>
                <a:cs typeface="Barlow Light"/>
                <a:sym typeface="Barlow Light"/>
              </a:rPr>
              <a:t> </a:t>
            </a:r>
            <a:r>
              <a:rPr lang="en-US" sz="1200" b="1" dirty="0" smtClean="0">
                <a:solidFill>
                  <a:schemeClr val="dk1"/>
                </a:solidFill>
                <a:latin typeface="Barlow" panose="020B0604020202020204" charset="0"/>
                <a:ea typeface="Barlow Light"/>
                <a:cs typeface="Barlow Light"/>
                <a:sym typeface="Barlow Light"/>
              </a:rPr>
              <a:t>TRANSACTION</a:t>
            </a:r>
            <a:endParaRPr sz="1200" b="1" dirty="0">
              <a:solidFill>
                <a:schemeClr val="dk1"/>
              </a:solidFill>
              <a:latin typeface="Barlow" panose="020B0604020202020204" charset="0"/>
              <a:ea typeface="Barlow Light"/>
              <a:cs typeface="Barlow Light"/>
              <a:sym typeface="Barlow Light"/>
            </a:endParaRPr>
          </a:p>
        </p:txBody>
      </p:sp>
      <p:sp>
        <p:nvSpPr>
          <p:cNvPr id="67" name="Google Shape;302;p22"/>
          <p:cNvSpPr txBox="1"/>
          <p:nvPr/>
        </p:nvSpPr>
        <p:spPr>
          <a:xfrm>
            <a:off x="5203219" y="1500534"/>
            <a:ext cx="856661" cy="683585"/>
          </a:xfrm>
          <a:prstGeom prst="rect">
            <a:avLst/>
          </a:prstGeom>
          <a:noFill/>
          <a:ln>
            <a:noFill/>
          </a:ln>
        </p:spPr>
        <p:txBody>
          <a:bodyPr spcFirstLastPara="1" wrap="square" lIns="91425" tIns="91425" rIns="91425" bIns="91425" anchor="ctr" anchorCtr="0">
            <a:noAutofit/>
          </a:bodyPr>
          <a:lstStyle/>
          <a:p>
            <a:pPr lvl="0" algn="ctr"/>
            <a:r>
              <a:rPr lang="en-US" sz="1200" b="1" dirty="0" smtClean="0">
                <a:solidFill>
                  <a:schemeClr val="dk1"/>
                </a:solidFill>
                <a:latin typeface="Barlow" panose="020B0604020202020204" charset="0"/>
                <a:ea typeface="Barlow Light"/>
                <a:cs typeface="Barlow Light"/>
                <a:sym typeface="Barlow Light"/>
              </a:rPr>
              <a:t>PRODUCT</a:t>
            </a:r>
          </a:p>
          <a:p>
            <a:pPr lvl="0" algn="ctr"/>
            <a:r>
              <a:rPr lang="en-US" sz="1200" b="1" dirty="0" smtClean="0">
                <a:solidFill>
                  <a:schemeClr val="dk1"/>
                </a:solidFill>
                <a:latin typeface="Barlow" panose="020B0604020202020204" charset="0"/>
                <a:ea typeface="Barlow Light"/>
                <a:cs typeface="Barlow Light"/>
                <a:sym typeface="Barlow Light"/>
              </a:rPr>
              <a:t>LIST</a:t>
            </a:r>
            <a:endParaRPr sz="1200" b="1" dirty="0">
              <a:solidFill>
                <a:schemeClr val="dk1"/>
              </a:solidFill>
              <a:latin typeface="Barlow" panose="020B0604020202020204" charset="0"/>
              <a:ea typeface="Barlow Light"/>
              <a:cs typeface="Barlow Light"/>
              <a:sym typeface="Barlow Light"/>
            </a:endParaRPr>
          </a:p>
        </p:txBody>
      </p:sp>
    </p:spTree>
    <p:extLst>
      <p:ext uri="{BB962C8B-B14F-4D97-AF65-F5344CB8AC3E}">
        <p14:creationId xmlns:p14="http://schemas.microsoft.com/office/powerpoint/2010/main" val="39249030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64" name="Google Shape;297;p22"/>
          <p:cNvSpPr/>
          <p:nvPr/>
        </p:nvSpPr>
        <p:spPr>
          <a:xfrm>
            <a:off x="7382401" y="3104124"/>
            <a:ext cx="1423800" cy="1423800"/>
          </a:xfrm>
          <a:prstGeom prst="ellipse">
            <a:avLst/>
          </a:prstGeom>
          <a:solidFill>
            <a:schemeClr val="accent1"/>
          </a:soli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grpSp>
        <p:nvGrpSpPr>
          <p:cNvPr id="55" name="Grupo 50">
            <a:extLst>
              <a:ext uri="{FF2B5EF4-FFF2-40B4-BE49-F238E27FC236}">
                <a16:creationId xmlns="" xmlns:a16="http://schemas.microsoft.com/office/drawing/2014/main" id="{4821C6E0-D628-1045-909A-C4A8E9F1A2C5}"/>
              </a:ext>
            </a:extLst>
          </p:cNvPr>
          <p:cNvGrpSpPr/>
          <p:nvPr/>
        </p:nvGrpSpPr>
        <p:grpSpPr>
          <a:xfrm>
            <a:off x="4670676" y="2401828"/>
            <a:ext cx="4558849" cy="2930281"/>
            <a:chOff x="5419407" y="3621745"/>
            <a:chExt cx="743969" cy="516493"/>
          </a:xfrm>
        </p:grpSpPr>
        <p:sp>
          <p:nvSpPr>
            <p:cNvPr id="56" name="Google Shape;1068;p46">
              <a:extLst>
                <a:ext uri="{FF2B5EF4-FFF2-40B4-BE49-F238E27FC236}">
                  <a16:creationId xmlns="" xmlns:a16="http://schemas.microsoft.com/office/drawing/2014/main" id="{B93F5133-5C8E-934B-B826-EBAC0BE2DC05}"/>
                </a:ext>
              </a:extLst>
            </p:cNvPr>
            <p:cNvSpPr/>
            <p:nvPr/>
          </p:nvSpPr>
          <p:spPr>
            <a:xfrm>
              <a:off x="5419407" y="3621745"/>
              <a:ext cx="657536" cy="466127"/>
            </a:xfrm>
            <a:custGeom>
              <a:avLst/>
              <a:gdLst/>
              <a:ahLst/>
              <a:cxnLst/>
              <a:rect l="l" t="t" r="r" b="b"/>
              <a:pathLst>
                <a:path w="6575358" h="4661273" extrusionOk="0">
                  <a:moveTo>
                    <a:pt x="821939" y="267047"/>
                  </a:moveTo>
                  <a:cubicBezTo>
                    <a:pt x="148314" y="-318021"/>
                    <a:pt x="53758" y="239450"/>
                    <a:pt x="8896" y="247729"/>
                  </a:cubicBezTo>
                  <a:cubicBezTo>
                    <a:pt x="8896" y="247729"/>
                    <a:pt x="-11120" y="382267"/>
                    <a:pt x="8896" y="872814"/>
                  </a:cubicBezTo>
                  <a:lnTo>
                    <a:pt x="6575358" y="4661273"/>
                  </a:lnTo>
                  <a:lnTo>
                    <a:pt x="6575358" y="1995346"/>
                  </a:lnTo>
                  <a:cubicBezTo>
                    <a:pt x="5828573" y="658933"/>
                    <a:pt x="5334398" y="-274555"/>
                    <a:pt x="4848504" y="156657"/>
                  </a:cubicBezTo>
                  <a:cubicBezTo>
                    <a:pt x="4006473" y="902482"/>
                    <a:pt x="3596501" y="1403378"/>
                    <a:pt x="2595036" y="368469"/>
                  </a:cubicBezTo>
                  <a:cubicBezTo>
                    <a:pt x="2001473" y="-244888"/>
                    <a:pt x="1630841" y="969406"/>
                    <a:pt x="821939" y="267047"/>
                  </a:cubicBezTo>
                  <a:close/>
                </a:path>
              </a:pathLst>
            </a:custGeom>
            <a:gradFill>
              <a:gsLst>
                <a:gs pos="0">
                  <a:srgbClr val="FFFFFF">
                    <a:alpha val="19607"/>
                    <a:alpha val="29800"/>
                  </a:srgbClr>
                </a:gs>
                <a:gs pos="47000">
                  <a:srgbClr val="FFFFFF">
                    <a:alpha val="0"/>
                  </a:srgbClr>
                </a:gs>
                <a:gs pos="100000">
                  <a:srgbClr val="FFFFFF">
                    <a:alpha val="0"/>
                  </a:srgbClr>
                </a:gs>
              </a:gsLst>
              <a:lin ang="660013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a:sym typeface="Calibri"/>
              </a:endParaRPr>
            </a:p>
          </p:txBody>
        </p:sp>
        <p:sp>
          <p:nvSpPr>
            <p:cNvPr id="57" name="Google Shape;1069;p46">
              <a:extLst>
                <a:ext uri="{FF2B5EF4-FFF2-40B4-BE49-F238E27FC236}">
                  <a16:creationId xmlns="" xmlns:a16="http://schemas.microsoft.com/office/drawing/2014/main" id="{3AC24FBA-4ED8-8245-A6BA-5C9E0A28A55E}"/>
                </a:ext>
              </a:extLst>
            </p:cNvPr>
            <p:cNvSpPr/>
            <p:nvPr/>
          </p:nvSpPr>
          <p:spPr>
            <a:xfrm>
              <a:off x="5505840" y="3667453"/>
              <a:ext cx="657536" cy="470785"/>
            </a:xfrm>
            <a:custGeom>
              <a:avLst/>
              <a:gdLst/>
              <a:ahLst/>
              <a:cxnLst/>
              <a:rect l="l" t="t" r="r" b="b"/>
              <a:pathLst>
                <a:path w="6575357" h="4707850" extrusionOk="0">
                  <a:moveTo>
                    <a:pt x="822629" y="313625"/>
                  </a:moveTo>
                  <a:cubicBezTo>
                    <a:pt x="149004" y="-271443"/>
                    <a:pt x="54448" y="285338"/>
                    <a:pt x="8896" y="294307"/>
                  </a:cubicBezTo>
                  <a:cubicBezTo>
                    <a:pt x="8896" y="294307"/>
                    <a:pt x="-11120" y="428845"/>
                    <a:pt x="8896" y="919392"/>
                  </a:cubicBezTo>
                  <a:lnTo>
                    <a:pt x="6575358" y="4707851"/>
                  </a:lnTo>
                  <a:lnTo>
                    <a:pt x="6575358" y="2041924"/>
                  </a:lnTo>
                  <a:cubicBezTo>
                    <a:pt x="5512466" y="499219"/>
                    <a:pt x="4811924" y="786234"/>
                    <a:pt x="4204557" y="1009085"/>
                  </a:cubicBezTo>
                  <a:cubicBezTo>
                    <a:pt x="3609614" y="1227105"/>
                    <a:pt x="3391514" y="771745"/>
                    <a:pt x="2638518" y="122512"/>
                  </a:cubicBezTo>
                  <a:cubicBezTo>
                    <a:pt x="2019418" y="-411501"/>
                    <a:pt x="1631531" y="1015984"/>
                    <a:pt x="822629" y="313625"/>
                  </a:cubicBezTo>
                  <a:close/>
                </a:path>
              </a:pathLst>
            </a:custGeom>
            <a:gradFill>
              <a:gsLst>
                <a:gs pos="0">
                  <a:srgbClr val="FFFFFF">
                    <a:alpha val="19607"/>
                    <a:alpha val="29800"/>
                  </a:srgbClr>
                </a:gs>
                <a:gs pos="47000">
                  <a:srgbClr val="FFFFFF">
                    <a:alpha val="0"/>
                  </a:srgbClr>
                </a:gs>
                <a:gs pos="100000">
                  <a:srgbClr val="FFFFFF">
                    <a:alpha val="0"/>
                  </a:srgbClr>
                </a:gs>
              </a:gsLst>
              <a:lin ang="660013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a:sym typeface="Calibri"/>
              </a:endParaRPr>
            </a:p>
          </p:txBody>
        </p:sp>
      </p:grpSp>
      <p:sp>
        <p:nvSpPr>
          <p:cNvPr id="224" name="Google Shape;224;p17"/>
          <p:cNvSpPr txBox="1">
            <a:spLocks noGrp="1"/>
          </p:cNvSpPr>
          <p:nvPr>
            <p:ph type="ctrTitle" idx="4294967295"/>
          </p:nvPr>
        </p:nvSpPr>
        <p:spPr>
          <a:xfrm>
            <a:off x="520731" y="1812756"/>
            <a:ext cx="3073710" cy="1207377"/>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4800" dirty="0" smtClean="0"/>
              <a:t>CUSTOMER</a:t>
            </a:r>
            <a:endParaRPr sz="7200" dirty="0"/>
          </a:p>
        </p:txBody>
      </p:sp>
      <p:grpSp>
        <p:nvGrpSpPr>
          <p:cNvPr id="34" name="Group 33"/>
          <p:cNvGrpSpPr/>
          <p:nvPr/>
        </p:nvGrpSpPr>
        <p:grpSpPr>
          <a:xfrm>
            <a:off x="3611628" y="403906"/>
            <a:ext cx="4630827" cy="3941676"/>
            <a:chOff x="855292" y="836003"/>
            <a:chExt cx="4630827" cy="3941676"/>
          </a:xfrm>
        </p:grpSpPr>
        <p:sp>
          <p:nvSpPr>
            <p:cNvPr id="38" name="Google Shape;297;p22"/>
            <p:cNvSpPr/>
            <p:nvPr/>
          </p:nvSpPr>
          <p:spPr>
            <a:xfrm>
              <a:off x="2165662" y="1532953"/>
              <a:ext cx="1423800" cy="1423800"/>
            </a:xfrm>
            <a:prstGeom prst="ellipse">
              <a:avLst/>
            </a:prstGeom>
            <a:solidFill>
              <a:schemeClr val="accent1"/>
            </a:soli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sp>
          <p:nvSpPr>
            <p:cNvPr id="40" name="Google Shape;299;p22"/>
            <p:cNvSpPr/>
            <p:nvPr/>
          </p:nvSpPr>
          <p:spPr>
            <a:xfrm>
              <a:off x="1824478" y="3097189"/>
              <a:ext cx="1498800" cy="1498800"/>
            </a:xfrm>
            <a:prstGeom prst="ellipse">
              <a:avLst/>
            </a:prstGeom>
            <a:solidFill>
              <a:schemeClr val="accent2"/>
            </a:soli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grpSp>
          <p:nvGrpSpPr>
            <p:cNvPr id="35" name="Google Shape;288;p22"/>
            <p:cNvGrpSpPr/>
            <p:nvPr/>
          </p:nvGrpSpPr>
          <p:grpSpPr>
            <a:xfrm>
              <a:off x="855292" y="836003"/>
              <a:ext cx="4036590" cy="3941676"/>
              <a:chOff x="855292" y="912203"/>
              <a:chExt cx="4036590" cy="3941676"/>
            </a:xfrm>
          </p:grpSpPr>
          <p:sp>
            <p:nvSpPr>
              <p:cNvPr id="54" name="Google Shape;289;p22"/>
              <p:cNvSpPr/>
              <p:nvPr/>
            </p:nvSpPr>
            <p:spPr>
              <a:xfrm rot="-6597333">
                <a:off x="2895551" y="4185127"/>
                <a:ext cx="586303" cy="586303"/>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90;p22"/>
              <p:cNvSpPr/>
              <p:nvPr/>
            </p:nvSpPr>
            <p:spPr>
              <a:xfrm rot="-6599386">
                <a:off x="917321" y="1642633"/>
                <a:ext cx="440541" cy="440541"/>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91;p22"/>
              <p:cNvSpPr/>
              <p:nvPr/>
            </p:nvSpPr>
            <p:spPr>
              <a:xfrm rot="-6598839">
                <a:off x="1486366" y="2582084"/>
                <a:ext cx="1199287" cy="1199287"/>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92;p22"/>
              <p:cNvSpPr/>
              <p:nvPr/>
            </p:nvSpPr>
            <p:spPr>
              <a:xfrm rot="-6598620">
                <a:off x="2973641" y="1148863"/>
                <a:ext cx="1681581" cy="1681581"/>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93;p22"/>
              <p:cNvSpPr/>
              <p:nvPr/>
            </p:nvSpPr>
            <p:spPr>
              <a:xfrm rot="-6597866">
                <a:off x="1260554" y="2443316"/>
                <a:ext cx="629106" cy="629106"/>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94;p22"/>
              <p:cNvSpPr/>
              <p:nvPr/>
            </p:nvSpPr>
            <p:spPr>
              <a:xfrm rot="-6597701">
                <a:off x="1866350" y="1348918"/>
                <a:ext cx="274172" cy="274172"/>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295;p22"/>
            <p:cNvSpPr/>
            <p:nvPr/>
          </p:nvSpPr>
          <p:spPr>
            <a:xfrm>
              <a:off x="3045919" y="1974666"/>
              <a:ext cx="2440200" cy="2440200"/>
            </a:xfrm>
            <a:prstGeom prst="ellipse">
              <a:avLst/>
            </a:prstGeom>
            <a:gradFill>
              <a:gsLst>
                <a:gs pos="0">
                  <a:schemeClr val="accent1"/>
                </a:gs>
                <a:gs pos="100000">
                  <a:schemeClr val="accent2"/>
                </a:gs>
              </a:gsLst>
              <a:lin ang="0" scaled="0"/>
            </a:gra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grpSp>
      <p:sp>
        <p:nvSpPr>
          <p:cNvPr id="63" name="Google Shape;224;p17"/>
          <p:cNvSpPr txBox="1">
            <a:spLocks/>
          </p:cNvSpPr>
          <p:nvPr/>
        </p:nvSpPr>
        <p:spPr>
          <a:xfrm>
            <a:off x="5917458" y="2182254"/>
            <a:ext cx="2598194" cy="120737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9pPr>
          </a:lstStyle>
          <a:p>
            <a:r>
              <a:rPr lang="en-US" sz="3600" dirty="0" smtClean="0">
                <a:solidFill>
                  <a:schemeClr val="tx1"/>
                </a:solidFill>
              </a:rPr>
              <a:t>CUSTOMER</a:t>
            </a:r>
            <a:endParaRPr lang="en-US" sz="6600" dirty="0">
              <a:solidFill>
                <a:schemeClr val="tx1"/>
              </a:solidFill>
            </a:endParaRPr>
          </a:p>
        </p:txBody>
      </p:sp>
      <p:sp>
        <p:nvSpPr>
          <p:cNvPr id="65" name="Google Shape;302;p22"/>
          <p:cNvSpPr txBox="1"/>
          <p:nvPr/>
        </p:nvSpPr>
        <p:spPr>
          <a:xfrm>
            <a:off x="4260634" y="3072699"/>
            <a:ext cx="2100916" cy="683585"/>
          </a:xfrm>
          <a:prstGeom prst="rect">
            <a:avLst/>
          </a:prstGeom>
          <a:noFill/>
          <a:ln>
            <a:noFill/>
          </a:ln>
        </p:spPr>
        <p:txBody>
          <a:bodyPr spcFirstLastPara="1" wrap="square" lIns="91425" tIns="91425" rIns="91425" bIns="91425" anchor="ctr" anchorCtr="0">
            <a:noAutofit/>
          </a:bodyPr>
          <a:lstStyle/>
          <a:p>
            <a:pPr lvl="0" algn="ctr"/>
            <a:r>
              <a:rPr lang="en-US" sz="1200" b="1" dirty="0" smtClean="0">
                <a:solidFill>
                  <a:schemeClr val="dk1"/>
                </a:solidFill>
                <a:latin typeface="Barlow" panose="020B0604020202020204" charset="0"/>
                <a:ea typeface="Barlow Light"/>
                <a:cs typeface="Barlow Light"/>
                <a:sym typeface="Barlow Light"/>
              </a:rPr>
              <a:t>PURCHASE</a:t>
            </a:r>
            <a:endParaRPr sz="1200" b="1" dirty="0">
              <a:solidFill>
                <a:schemeClr val="dk1"/>
              </a:solidFill>
              <a:latin typeface="Barlow" panose="020B0604020202020204" charset="0"/>
              <a:ea typeface="Barlow Light"/>
              <a:cs typeface="Barlow Light"/>
              <a:sym typeface="Barlow Light"/>
            </a:endParaRPr>
          </a:p>
        </p:txBody>
      </p:sp>
      <p:sp>
        <p:nvSpPr>
          <p:cNvPr id="66" name="Google Shape;302;p22"/>
          <p:cNvSpPr txBox="1"/>
          <p:nvPr/>
        </p:nvSpPr>
        <p:spPr>
          <a:xfrm>
            <a:off x="7507737" y="3558505"/>
            <a:ext cx="1207375" cy="683585"/>
          </a:xfrm>
          <a:prstGeom prst="rect">
            <a:avLst/>
          </a:prstGeom>
          <a:noFill/>
          <a:ln>
            <a:noFill/>
          </a:ln>
        </p:spPr>
        <p:txBody>
          <a:bodyPr spcFirstLastPara="1" wrap="square" lIns="91425" tIns="91425" rIns="91425" bIns="91425" anchor="ctr" anchorCtr="0">
            <a:noAutofit/>
          </a:bodyPr>
          <a:lstStyle/>
          <a:p>
            <a:pPr lvl="0" algn="ctr"/>
            <a:r>
              <a:rPr lang="en-US" sz="1200" b="1" dirty="0">
                <a:solidFill>
                  <a:schemeClr val="dk1"/>
                </a:solidFill>
                <a:latin typeface="Barlow" panose="020B0604020202020204" charset="0"/>
                <a:ea typeface="Barlow Light"/>
                <a:cs typeface="Barlow Light"/>
                <a:sym typeface="Barlow Light"/>
              </a:rPr>
              <a:t> </a:t>
            </a:r>
            <a:r>
              <a:rPr lang="en-US" sz="1200" b="1" dirty="0" smtClean="0">
                <a:solidFill>
                  <a:schemeClr val="dk1"/>
                </a:solidFill>
                <a:latin typeface="Barlow" panose="020B0604020202020204" charset="0"/>
                <a:ea typeface="Barlow Light"/>
                <a:cs typeface="Barlow Light"/>
                <a:sym typeface="Barlow Light"/>
              </a:rPr>
              <a:t>MAIN MENU</a:t>
            </a:r>
            <a:endParaRPr sz="1200" b="1" dirty="0">
              <a:solidFill>
                <a:schemeClr val="dk1"/>
              </a:solidFill>
              <a:latin typeface="Barlow" panose="020B0604020202020204" charset="0"/>
              <a:ea typeface="Barlow Light"/>
              <a:cs typeface="Barlow Light"/>
              <a:sym typeface="Barlow Light"/>
            </a:endParaRPr>
          </a:p>
        </p:txBody>
      </p:sp>
      <p:sp>
        <p:nvSpPr>
          <p:cNvPr id="67" name="Google Shape;302;p22"/>
          <p:cNvSpPr txBox="1"/>
          <p:nvPr/>
        </p:nvSpPr>
        <p:spPr>
          <a:xfrm>
            <a:off x="5203219" y="1500534"/>
            <a:ext cx="856661" cy="683585"/>
          </a:xfrm>
          <a:prstGeom prst="rect">
            <a:avLst/>
          </a:prstGeom>
          <a:noFill/>
          <a:ln>
            <a:noFill/>
          </a:ln>
        </p:spPr>
        <p:txBody>
          <a:bodyPr spcFirstLastPara="1" wrap="square" lIns="91425" tIns="91425" rIns="91425" bIns="91425" anchor="ctr" anchorCtr="0">
            <a:noAutofit/>
          </a:bodyPr>
          <a:lstStyle/>
          <a:p>
            <a:pPr lvl="0" algn="ctr"/>
            <a:r>
              <a:rPr lang="en-US" sz="1200" b="1" dirty="0">
                <a:solidFill>
                  <a:schemeClr val="dk1"/>
                </a:solidFill>
                <a:latin typeface="Barlow" panose="020B0604020202020204" charset="0"/>
                <a:ea typeface="Barlow Light"/>
                <a:cs typeface="Barlow Light"/>
                <a:sym typeface="Barlow Light"/>
              </a:rPr>
              <a:t>Products List</a:t>
            </a:r>
            <a:endParaRPr sz="1200" b="1" dirty="0">
              <a:solidFill>
                <a:schemeClr val="dk1"/>
              </a:solidFill>
              <a:latin typeface="Barlow" panose="020B0604020202020204" charset="0"/>
              <a:ea typeface="Barlow Light"/>
              <a:cs typeface="Barlow Light"/>
              <a:sym typeface="Barlow Light"/>
            </a:endParaRPr>
          </a:p>
        </p:txBody>
      </p:sp>
    </p:spTree>
    <p:extLst>
      <p:ext uri="{BB962C8B-B14F-4D97-AF65-F5344CB8AC3E}">
        <p14:creationId xmlns:p14="http://schemas.microsoft.com/office/powerpoint/2010/main" val="14240885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64" name="Google Shape;297;p22"/>
          <p:cNvSpPr/>
          <p:nvPr/>
        </p:nvSpPr>
        <p:spPr>
          <a:xfrm>
            <a:off x="7382401" y="3104124"/>
            <a:ext cx="1423800" cy="1423800"/>
          </a:xfrm>
          <a:prstGeom prst="ellipse">
            <a:avLst/>
          </a:prstGeom>
          <a:solidFill>
            <a:schemeClr val="accent1"/>
          </a:soli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grpSp>
        <p:nvGrpSpPr>
          <p:cNvPr id="55" name="Grupo 50">
            <a:extLst>
              <a:ext uri="{FF2B5EF4-FFF2-40B4-BE49-F238E27FC236}">
                <a16:creationId xmlns="" xmlns:a16="http://schemas.microsoft.com/office/drawing/2014/main" id="{4821C6E0-D628-1045-909A-C4A8E9F1A2C5}"/>
              </a:ext>
            </a:extLst>
          </p:cNvPr>
          <p:cNvGrpSpPr/>
          <p:nvPr/>
        </p:nvGrpSpPr>
        <p:grpSpPr>
          <a:xfrm>
            <a:off x="4670676" y="2401828"/>
            <a:ext cx="4558849" cy="2930281"/>
            <a:chOff x="5419407" y="3621745"/>
            <a:chExt cx="743969" cy="516493"/>
          </a:xfrm>
        </p:grpSpPr>
        <p:sp>
          <p:nvSpPr>
            <p:cNvPr id="56" name="Google Shape;1068;p46">
              <a:extLst>
                <a:ext uri="{FF2B5EF4-FFF2-40B4-BE49-F238E27FC236}">
                  <a16:creationId xmlns="" xmlns:a16="http://schemas.microsoft.com/office/drawing/2014/main" id="{B93F5133-5C8E-934B-B826-EBAC0BE2DC05}"/>
                </a:ext>
              </a:extLst>
            </p:cNvPr>
            <p:cNvSpPr/>
            <p:nvPr/>
          </p:nvSpPr>
          <p:spPr>
            <a:xfrm>
              <a:off x="5419407" y="3621745"/>
              <a:ext cx="657536" cy="466127"/>
            </a:xfrm>
            <a:custGeom>
              <a:avLst/>
              <a:gdLst/>
              <a:ahLst/>
              <a:cxnLst/>
              <a:rect l="l" t="t" r="r" b="b"/>
              <a:pathLst>
                <a:path w="6575358" h="4661273" extrusionOk="0">
                  <a:moveTo>
                    <a:pt x="821939" y="267047"/>
                  </a:moveTo>
                  <a:cubicBezTo>
                    <a:pt x="148314" y="-318021"/>
                    <a:pt x="53758" y="239450"/>
                    <a:pt x="8896" y="247729"/>
                  </a:cubicBezTo>
                  <a:cubicBezTo>
                    <a:pt x="8896" y="247729"/>
                    <a:pt x="-11120" y="382267"/>
                    <a:pt x="8896" y="872814"/>
                  </a:cubicBezTo>
                  <a:lnTo>
                    <a:pt x="6575358" y="4661273"/>
                  </a:lnTo>
                  <a:lnTo>
                    <a:pt x="6575358" y="1995346"/>
                  </a:lnTo>
                  <a:cubicBezTo>
                    <a:pt x="5828573" y="658933"/>
                    <a:pt x="5334398" y="-274555"/>
                    <a:pt x="4848504" y="156657"/>
                  </a:cubicBezTo>
                  <a:cubicBezTo>
                    <a:pt x="4006473" y="902482"/>
                    <a:pt x="3596501" y="1403378"/>
                    <a:pt x="2595036" y="368469"/>
                  </a:cubicBezTo>
                  <a:cubicBezTo>
                    <a:pt x="2001473" y="-244888"/>
                    <a:pt x="1630841" y="969406"/>
                    <a:pt x="821939" y="267047"/>
                  </a:cubicBezTo>
                  <a:close/>
                </a:path>
              </a:pathLst>
            </a:custGeom>
            <a:gradFill>
              <a:gsLst>
                <a:gs pos="0">
                  <a:srgbClr val="FFFFFF">
                    <a:alpha val="19607"/>
                    <a:alpha val="29800"/>
                  </a:srgbClr>
                </a:gs>
                <a:gs pos="47000">
                  <a:srgbClr val="FFFFFF">
                    <a:alpha val="0"/>
                  </a:srgbClr>
                </a:gs>
                <a:gs pos="100000">
                  <a:srgbClr val="FFFFFF">
                    <a:alpha val="0"/>
                  </a:srgbClr>
                </a:gs>
              </a:gsLst>
              <a:lin ang="660013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a:sym typeface="Calibri"/>
              </a:endParaRPr>
            </a:p>
          </p:txBody>
        </p:sp>
        <p:sp>
          <p:nvSpPr>
            <p:cNvPr id="57" name="Google Shape;1069;p46">
              <a:extLst>
                <a:ext uri="{FF2B5EF4-FFF2-40B4-BE49-F238E27FC236}">
                  <a16:creationId xmlns="" xmlns:a16="http://schemas.microsoft.com/office/drawing/2014/main" id="{3AC24FBA-4ED8-8245-A6BA-5C9E0A28A55E}"/>
                </a:ext>
              </a:extLst>
            </p:cNvPr>
            <p:cNvSpPr/>
            <p:nvPr/>
          </p:nvSpPr>
          <p:spPr>
            <a:xfrm>
              <a:off x="5505840" y="3667453"/>
              <a:ext cx="657536" cy="470785"/>
            </a:xfrm>
            <a:custGeom>
              <a:avLst/>
              <a:gdLst/>
              <a:ahLst/>
              <a:cxnLst/>
              <a:rect l="l" t="t" r="r" b="b"/>
              <a:pathLst>
                <a:path w="6575357" h="4707850" extrusionOk="0">
                  <a:moveTo>
                    <a:pt x="822629" y="313625"/>
                  </a:moveTo>
                  <a:cubicBezTo>
                    <a:pt x="149004" y="-271443"/>
                    <a:pt x="54448" y="285338"/>
                    <a:pt x="8896" y="294307"/>
                  </a:cubicBezTo>
                  <a:cubicBezTo>
                    <a:pt x="8896" y="294307"/>
                    <a:pt x="-11120" y="428845"/>
                    <a:pt x="8896" y="919392"/>
                  </a:cubicBezTo>
                  <a:lnTo>
                    <a:pt x="6575358" y="4707851"/>
                  </a:lnTo>
                  <a:lnTo>
                    <a:pt x="6575358" y="2041924"/>
                  </a:lnTo>
                  <a:cubicBezTo>
                    <a:pt x="5512466" y="499219"/>
                    <a:pt x="4811924" y="786234"/>
                    <a:pt x="4204557" y="1009085"/>
                  </a:cubicBezTo>
                  <a:cubicBezTo>
                    <a:pt x="3609614" y="1227105"/>
                    <a:pt x="3391514" y="771745"/>
                    <a:pt x="2638518" y="122512"/>
                  </a:cubicBezTo>
                  <a:cubicBezTo>
                    <a:pt x="2019418" y="-411501"/>
                    <a:pt x="1631531" y="1015984"/>
                    <a:pt x="822629" y="313625"/>
                  </a:cubicBezTo>
                  <a:close/>
                </a:path>
              </a:pathLst>
            </a:custGeom>
            <a:gradFill>
              <a:gsLst>
                <a:gs pos="0">
                  <a:srgbClr val="FFFFFF">
                    <a:alpha val="19607"/>
                    <a:alpha val="29800"/>
                  </a:srgbClr>
                </a:gs>
                <a:gs pos="47000">
                  <a:srgbClr val="FFFFFF">
                    <a:alpha val="0"/>
                  </a:srgbClr>
                </a:gs>
                <a:gs pos="100000">
                  <a:srgbClr val="FFFFFF">
                    <a:alpha val="0"/>
                  </a:srgbClr>
                </a:gs>
              </a:gsLst>
              <a:lin ang="660013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a:sym typeface="Calibri"/>
              </a:endParaRPr>
            </a:p>
          </p:txBody>
        </p:sp>
      </p:grpSp>
      <p:sp>
        <p:nvSpPr>
          <p:cNvPr id="224" name="Google Shape;224;p17"/>
          <p:cNvSpPr txBox="1">
            <a:spLocks noGrp="1"/>
          </p:cNvSpPr>
          <p:nvPr>
            <p:ph type="ctrTitle" idx="4294967295"/>
          </p:nvPr>
        </p:nvSpPr>
        <p:spPr>
          <a:xfrm>
            <a:off x="634841" y="2266506"/>
            <a:ext cx="3692514" cy="1737342"/>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4800" dirty="0" smtClean="0"/>
              <a:t>BRAND</a:t>
            </a:r>
            <a:br>
              <a:rPr lang="en-US" sz="4800" dirty="0" smtClean="0"/>
            </a:br>
            <a:r>
              <a:rPr lang="en-US" sz="4800" dirty="0" smtClean="0"/>
              <a:t>DEALERSHIP</a:t>
            </a:r>
            <a:endParaRPr sz="7200" dirty="0"/>
          </a:p>
        </p:txBody>
      </p:sp>
      <p:grpSp>
        <p:nvGrpSpPr>
          <p:cNvPr id="34" name="Group 33"/>
          <p:cNvGrpSpPr/>
          <p:nvPr/>
        </p:nvGrpSpPr>
        <p:grpSpPr>
          <a:xfrm>
            <a:off x="3611628" y="403906"/>
            <a:ext cx="4630827" cy="3941676"/>
            <a:chOff x="855292" y="836003"/>
            <a:chExt cx="4630827" cy="3941676"/>
          </a:xfrm>
        </p:grpSpPr>
        <p:sp>
          <p:nvSpPr>
            <p:cNvPr id="38" name="Google Shape;297;p22"/>
            <p:cNvSpPr/>
            <p:nvPr/>
          </p:nvSpPr>
          <p:spPr>
            <a:xfrm>
              <a:off x="2165662" y="1532953"/>
              <a:ext cx="1423800" cy="1423800"/>
            </a:xfrm>
            <a:prstGeom prst="ellipse">
              <a:avLst/>
            </a:prstGeom>
            <a:solidFill>
              <a:schemeClr val="accent1"/>
            </a:soli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grpSp>
          <p:nvGrpSpPr>
            <p:cNvPr id="35" name="Google Shape;288;p22"/>
            <p:cNvGrpSpPr/>
            <p:nvPr/>
          </p:nvGrpSpPr>
          <p:grpSpPr>
            <a:xfrm>
              <a:off x="855292" y="836003"/>
              <a:ext cx="4036590" cy="3941676"/>
              <a:chOff x="855292" y="912203"/>
              <a:chExt cx="4036590" cy="3941676"/>
            </a:xfrm>
          </p:grpSpPr>
          <p:sp>
            <p:nvSpPr>
              <p:cNvPr id="54" name="Google Shape;289;p22"/>
              <p:cNvSpPr/>
              <p:nvPr/>
            </p:nvSpPr>
            <p:spPr>
              <a:xfrm rot="-6597333">
                <a:off x="2895551" y="4185127"/>
                <a:ext cx="586303" cy="586303"/>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90;p22"/>
              <p:cNvSpPr/>
              <p:nvPr/>
            </p:nvSpPr>
            <p:spPr>
              <a:xfrm rot="-6599386">
                <a:off x="917321" y="1642633"/>
                <a:ext cx="440541" cy="440541"/>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91;p22"/>
              <p:cNvSpPr/>
              <p:nvPr/>
            </p:nvSpPr>
            <p:spPr>
              <a:xfrm rot="-6598839">
                <a:off x="1486366" y="2582084"/>
                <a:ext cx="1199287" cy="1199287"/>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92;p22"/>
              <p:cNvSpPr/>
              <p:nvPr/>
            </p:nvSpPr>
            <p:spPr>
              <a:xfrm rot="-6598620">
                <a:off x="2973641" y="1148863"/>
                <a:ext cx="1681581" cy="1681581"/>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93;p22"/>
              <p:cNvSpPr/>
              <p:nvPr/>
            </p:nvSpPr>
            <p:spPr>
              <a:xfrm rot="-6597866">
                <a:off x="1260554" y="2443316"/>
                <a:ext cx="629106" cy="629106"/>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94;p22"/>
              <p:cNvSpPr/>
              <p:nvPr/>
            </p:nvSpPr>
            <p:spPr>
              <a:xfrm rot="-6597701">
                <a:off x="1866350" y="1348918"/>
                <a:ext cx="274172" cy="274172"/>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295;p22"/>
            <p:cNvSpPr/>
            <p:nvPr/>
          </p:nvSpPr>
          <p:spPr>
            <a:xfrm>
              <a:off x="3045919" y="1974666"/>
              <a:ext cx="2440200" cy="2440200"/>
            </a:xfrm>
            <a:prstGeom prst="ellipse">
              <a:avLst/>
            </a:prstGeom>
            <a:gradFill>
              <a:gsLst>
                <a:gs pos="0">
                  <a:schemeClr val="accent1"/>
                </a:gs>
                <a:gs pos="100000">
                  <a:schemeClr val="accent2"/>
                </a:gs>
              </a:gsLst>
              <a:lin ang="0" scaled="0"/>
            </a:gra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grpSp>
      <p:sp>
        <p:nvSpPr>
          <p:cNvPr id="63" name="Google Shape;224;p17"/>
          <p:cNvSpPr txBox="1">
            <a:spLocks/>
          </p:cNvSpPr>
          <p:nvPr/>
        </p:nvSpPr>
        <p:spPr>
          <a:xfrm>
            <a:off x="5783099" y="2209689"/>
            <a:ext cx="2969933" cy="120737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9pPr>
          </a:lstStyle>
          <a:p>
            <a:r>
              <a:rPr lang="en-US" sz="3400" dirty="0" smtClean="0">
                <a:solidFill>
                  <a:schemeClr val="tx1"/>
                </a:solidFill>
              </a:rPr>
              <a:t>DEALERSHIP</a:t>
            </a:r>
            <a:endParaRPr lang="en-US" sz="3400" dirty="0">
              <a:solidFill>
                <a:schemeClr val="tx1"/>
              </a:solidFill>
            </a:endParaRPr>
          </a:p>
        </p:txBody>
      </p:sp>
      <p:sp>
        <p:nvSpPr>
          <p:cNvPr id="66" name="Google Shape;302;p22"/>
          <p:cNvSpPr txBox="1"/>
          <p:nvPr/>
        </p:nvSpPr>
        <p:spPr>
          <a:xfrm>
            <a:off x="7507737" y="3558505"/>
            <a:ext cx="1207375" cy="683585"/>
          </a:xfrm>
          <a:prstGeom prst="rect">
            <a:avLst/>
          </a:prstGeom>
          <a:noFill/>
          <a:ln>
            <a:noFill/>
          </a:ln>
        </p:spPr>
        <p:txBody>
          <a:bodyPr spcFirstLastPara="1" wrap="square" lIns="91425" tIns="91425" rIns="91425" bIns="91425" anchor="ctr" anchorCtr="0">
            <a:noAutofit/>
          </a:bodyPr>
          <a:lstStyle/>
          <a:p>
            <a:pPr lvl="0" algn="ctr"/>
            <a:r>
              <a:rPr lang="en-US" sz="1200" b="1" dirty="0">
                <a:solidFill>
                  <a:schemeClr val="dk1"/>
                </a:solidFill>
                <a:latin typeface="Barlow" panose="020B0604020202020204" charset="0"/>
                <a:ea typeface="Barlow Light"/>
                <a:cs typeface="Barlow Light"/>
                <a:sym typeface="Barlow Light"/>
              </a:rPr>
              <a:t> </a:t>
            </a:r>
            <a:r>
              <a:rPr lang="en-US" sz="1200" b="1" dirty="0" smtClean="0">
                <a:solidFill>
                  <a:schemeClr val="dk1"/>
                </a:solidFill>
                <a:latin typeface="Barlow" panose="020B0604020202020204" charset="0"/>
                <a:ea typeface="Barlow Light"/>
                <a:cs typeface="Barlow Light"/>
                <a:sym typeface="Barlow Light"/>
              </a:rPr>
              <a:t>MAIN MENU</a:t>
            </a:r>
            <a:endParaRPr sz="1200" b="1" dirty="0">
              <a:solidFill>
                <a:schemeClr val="dk1"/>
              </a:solidFill>
              <a:latin typeface="Barlow" panose="020B0604020202020204" charset="0"/>
              <a:ea typeface="Barlow Light"/>
              <a:cs typeface="Barlow Light"/>
              <a:sym typeface="Barlow Light"/>
            </a:endParaRPr>
          </a:p>
        </p:txBody>
      </p:sp>
      <p:sp>
        <p:nvSpPr>
          <p:cNvPr id="67" name="Google Shape;302;p22"/>
          <p:cNvSpPr txBox="1"/>
          <p:nvPr/>
        </p:nvSpPr>
        <p:spPr>
          <a:xfrm>
            <a:off x="5203219" y="1500534"/>
            <a:ext cx="856661" cy="683585"/>
          </a:xfrm>
          <a:prstGeom prst="rect">
            <a:avLst/>
          </a:prstGeom>
          <a:noFill/>
          <a:ln>
            <a:noFill/>
          </a:ln>
        </p:spPr>
        <p:txBody>
          <a:bodyPr spcFirstLastPara="1" wrap="square" lIns="91425" tIns="91425" rIns="91425" bIns="91425" anchor="ctr" anchorCtr="0">
            <a:noAutofit/>
          </a:bodyPr>
          <a:lstStyle/>
          <a:p>
            <a:pPr lvl="0" algn="ctr"/>
            <a:r>
              <a:rPr lang="en-US" sz="1200" b="1" dirty="0" smtClean="0">
                <a:solidFill>
                  <a:schemeClr val="dk1"/>
                </a:solidFill>
                <a:latin typeface="Barlow" panose="020B0604020202020204" charset="0"/>
                <a:ea typeface="Barlow Light"/>
                <a:cs typeface="Barlow Light"/>
                <a:sym typeface="Barlow Light"/>
              </a:rPr>
              <a:t>DEALERS</a:t>
            </a:r>
          </a:p>
          <a:p>
            <a:pPr lvl="0" algn="ctr"/>
            <a:r>
              <a:rPr lang="en-US" sz="1200" b="1" dirty="0" smtClean="0">
                <a:solidFill>
                  <a:schemeClr val="dk1"/>
                </a:solidFill>
                <a:latin typeface="Barlow" panose="020B0604020202020204" charset="0"/>
                <a:ea typeface="Barlow Light"/>
                <a:cs typeface="Barlow Light"/>
                <a:sym typeface="Barlow Light"/>
              </a:rPr>
              <a:t>LIST</a:t>
            </a:r>
            <a:endParaRPr sz="1200" b="1" dirty="0">
              <a:solidFill>
                <a:schemeClr val="dk1"/>
              </a:solidFill>
              <a:latin typeface="Barlow" panose="020B0604020202020204" charset="0"/>
              <a:ea typeface="Barlow Light"/>
              <a:cs typeface="Barlow Light"/>
              <a:sym typeface="Barlow Light"/>
            </a:endParaRPr>
          </a:p>
        </p:txBody>
      </p:sp>
    </p:spTree>
    <p:extLst>
      <p:ext uri="{BB962C8B-B14F-4D97-AF65-F5344CB8AC3E}">
        <p14:creationId xmlns:p14="http://schemas.microsoft.com/office/powerpoint/2010/main" val="250879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64" name="Google Shape;297;p22"/>
          <p:cNvSpPr/>
          <p:nvPr/>
        </p:nvSpPr>
        <p:spPr>
          <a:xfrm>
            <a:off x="7382401" y="3104124"/>
            <a:ext cx="1423800" cy="1423800"/>
          </a:xfrm>
          <a:prstGeom prst="ellipse">
            <a:avLst/>
          </a:prstGeom>
          <a:solidFill>
            <a:schemeClr val="accent1"/>
          </a:soli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grpSp>
        <p:nvGrpSpPr>
          <p:cNvPr id="55" name="Grupo 50">
            <a:extLst>
              <a:ext uri="{FF2B5EF4-FFF2-40B4-BE49-F238E27FC236}">
                <a16:creationId xmlns="" xmlns:a16="http://schemas.microsoft.com/office/drawing/2014/main" id="{4821C6E0-D628-1045-909A-C4A8E9F1A2C5}"/>
              </a:ext>
            </a:extLst>
          </p:cNvPr>
          <p:cNvGrpSpPr/>
          <p:nvPr/>
        </p:nvGrpSpPr>
        <p:grpSpPr>
          <a:xfrm>
            <a:off x="4670676" y="2401828"/>
            <a:ext cx="4558849" cy="2930281"/>
            <a:chOff x="5419407" y="3621745"/>
            <a:chExt cx="743969" cy="516493"/>
          </a:xfrm>
        </p:grpSpPr>
        <p:sp>
          <p:nvSpPr>
            <p:cNvPr id="56" name="Google Shape;1068;p46">
              <a:extLst>
                <a:ext uri="{FF2B5EF4-FFF2-40B4-BE49-F238E27FC236}">
                  <a16:creationId xmlns="" xmlns:a16="http://schemas.microsoft.com/office/drawing/2014/main" id="{B93F5133-5C8E-934B-B826-EBAC0BE2DC05}"/>
                </a:ext>
              </a:extLst>
            </p:cNvPr>
            <p:cNvSpPr/>
            <p:nvPr/>
          </p:nvSpPr>
          <p:spPr>
            <a:xfrm>
              <a:off x="5419407" y="3621745"/>
              <a:ext cx="657536" cy="466127"/>
            </a:xfrm>
            <a:custGeom>
              <a:avLst/>
              <a:gdLst/>
              <a:ahLst/>
              <a:cxnLst/>
              <a:rect l="l" t="t" r="r" b="b"/>
              <a:pathLst>
                <a:path w="6575358" h="4661273" extrusionOk="0">
                  <a:moveTo>
                    <a:pt x="821939" y="267047"/>
                  </a:moveTo>
                  <a:cubicBezTo>
                    <a:pt x="148314" y="-318021"/>
                    <a:pt x="53758" y="239450"/>
                    <a:pt x="8896" y="247729"/>
                  </a:cubicBezTo>
                  <a:cubicBezTo>
                    <a:pt x="8896" y="247729"/>
                    <a:pt x="-11120" y="382267"/>
                    <a:pt x="8896" y="872814"/>
                  </a:cubicBezTo>
                  <a:lnTo>
                    <a:pt x="6575358" y="4661273"/>
                  </a:lnTo>
                  <a:lnTo>
                    <a:pt x="6575358" y="1995346"/>
                  </a:lnTo>
                  <a:cubicBezTo>
                    <a:pt x="5828573" y="658933"/>
                    <a:pt x="5334398" y="-274555"/>
                    <a:pt x="4848504" y="156657"/>
                  </a:cubicBezTo>
                  <a:cubicBezTo>
                    <a:pt x="4006473" y="902482"/>
                    <a:pt x="3596501" y="1403378"/>
                    <a:pt x="2595036" y="368469"/>
                  </a:cubicBezTo>
                  <a:cubicBezTo>
                    <a:pt x="2001473" y="-244888"/>
                    <a:pt x="1630841" y="969406"/>
                    <a:pt x="821939" y="267047"/>
                  </a:cubicBezTo>
                  <a:close/>
                </a:path>
              </a:pathLst>
            </a:custGeom>
            <a:gradFill>
              <a:gsLst>
                <a:gs pos="0">
                  <a:srgbClr val="FFFFFF">
                    <a:alpha val="19607"/>
                    <a:alpha val="29800"/>
                  </a:srgbClr>
                </a:gs>
                <a:gs pos="47000">
                  <a:srgbClr val="FFFFFF">
                    <a:alpha val="0"/>
                  </a:srgbClr>
                </a:gs>
                <a:gs pos="100000">
                  <a:srgbClr val="FFFFFF">
                    <a:alpha val="0"/>
                  </a:srgbClr>
                </a:gs>
              </a:gsLst>
              <a:lin ang="660013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a:sym typeface="Calibri"/>
              </a:endParaRPr>
            </a:p>
          </p:txBody>
        </p:sp>
        <p:sp>
          <p:nvSpPr>
            <p:cNvPr id="57" name="Google Shape;1069;p46">
              <a:extLst>
                <a:ext uri="{FF2B5EF4-FFF2-40B4-BE49-F238E27FC236}">
                  <a16:creationId xmlns="" xmlns:a16="http://schemas.microsoft.com/office/drawing/2014/main" id="{3AC24FBA-4ED8-8245-A6BA-5C9E0A28A55E}"/>
                </a:ext>
              </a:extLst>
            </p:cNvPr>
            <p:cNvSpPr/>
            <p:nvPr/>
          </p:nvSpPr>
          <p:spPr>
            <a:xfrm>
              <a:off x="5505840" y="3667453"/>
              <a:ext cx="657536" cy="470785"/>
            </a:xfrm>
            <a:custGeom>
              <a:avLst/>
              <a:gdLst/>
              <a:ahLst/>
              <a:cxnLst/>
              <a:rect l="l" t="t" r="r" b="b"/>
              <a:pathLst>
                <a:path w="6575357" h="4707850" extrusionOk="0">
                  <a:moveTo>
                    <a:pt x="822629" y="313625"/>
                  </a:moveTo>
                  <a:cubicBezTo>
                    <a:pt x="149004" y="-271443"/>
                    <a:pt x="54448" y="285338"/>
                    <a:pt x="8896" y="294307"/>
                  </a:cubicBezTo>
                  <a:cubicBezTo>
                    <a:pt x="8896" y="294307"/>
                    <a:pt x="-11120" y="428845"/>
                    <a:pt x="8896" y="919392"/>
                  </a:cubicBezTo>
                  <a:lnTo>
                    <a:pt x="6575358" y="4707851"/>
                  </a:lnTo>
                  <a:lnTo>
                    <a:pt x="6575358" y="2041924"/>
                  </a:lnTo>
                  <a:cubicBezTo>
                    <a:pt x="5512466" y="499219"/>
                    <a:pt x="4811924" y="786234"/>
                    <a:pt x="4204557" y="1009085"/>
                  </a:cubicBezTo>
                  <a:cubicBezTo>
                    <a:pt x="3609614" y="1227105"/>
                    <a:pt x="3391514" y="771745"/>
                    <a:pt x="2638518" y="122512"/>
                  </a:cubicBezTo>
                  <a:cubicBezTo>
                    <a:pt x="2019418" y="-411501"/>
                    <a:pt x="1631531" y="1015984"/>
                    <a:pt x="822629" y="313625"/>
                  </a:cubicBezTo>
                  <a:close/>
                </a:path>
              </a:pathLst>
            </a:custGeom>
            <a:gradFill>
              <a:gsLst>
                <a:gs pos="0">
                  <a:srgbClr val="FFFFFF">
                    <a:alpha val="19607"/>
                    <a:alpha val="29800"/>
                  </a:srgbClr>
                </a:gs>
                <a:gs pos="47000">
                  <a:srgbClr val="FFFFFF">
                    <a:alpha val="0"/>
                  </a:srgbClr>
                </a:gs>
                <a:gs pos="100000">
                  <a:srgbClr val="FFFFFF">
                    <a:alpha val="0"/>
                  </a:srgbClr>
                </a:gs>
              </a:gsLst>
              <a:lin ang="660013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a:sym typeface="Calibri"/>
              </a:endParaRPr>
            </a:p>
          </p:txBody>
        </p:sp>
      </p:grpSp>
      <p:sp>
        <p:nvSpPr>
          <p:cNvPr id="224" name="Google Shape;224;p17"/>
          <p:cNvSpPr txBox="1">
            <a:spLocks noGrp="1"/>
          </p:cNvSpPr>
          <p:nvPr>
            <p:ph type="ctrTitle" idx="4294967295"/>
          </p:nvPr>
        </p:nvSpPr>
        <p:spPr>
          <a:xfrm>
            <a:off x="634841" y="2266506"/>
            <a:ext cx="3692514" cy="1737342"/>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4800" dirty="0" smtClean="0"/>
              <a:t>FEEDBACK</a:t>
            </a:r>
            <a:endParaRPr sz="7200" dirty="0"/>
          </a:p>
        </p:txBody>
      </p:sp>
      <p:grpSp>
        <p:nvGrpSpPr>
          <p:cNvPr id="34" name="Group 33"/>
          <p:cNvGrpSpPr/>
          <p:nvPr/>
        </p:nvGrpSpPr>
        <p:grpSpPr>
          <a:xfrm>
            <a:off x="3611628" y="403906"/>
            <a:ext cx="4630827" cy="3941676"/>
            <a:chOff x="855292" y="836003"/>
            <a:chExt cx="4630827" cy="3941676"/>
          </a:xfrm>
        </p:grpSpPr>
        <p:grpSp>
          <p:nvGrpSpPr>
            <p:cNvPr id="35" name="Google Shape;288;p22"/>
            <p:cNvGrpSpPr/>
            <p:nvPr/>
          </p:nvGrpSpPr>
          <p:grpSpPr>
            <a:xfrm>
              <a:off x="855292" y="836003"/>
              <a:ext cx="4036590" cy="3941676"/>
              <a:chOff x="855292" y="912203"/>
              <a:chExt cx="4036590" cy="3941676"/>
            </a:xfrm>
          </p:grpSpPr>
          <p:sp>
            <p:nvSpPr>
              <p:cNvPr id="54" name="Google Shape;289;p22"/>
              <p:cNvSpPr/>
              <p:nvPr/>
            </p:nvSpPr>
            <p:spPr>
              <a:xfrm rot="-6597333">
                <a:off x="2895551" y="4185127"/>
                <a:ext cx="586303" cy="586303"/>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90;p22"/>
              <p:cNvSpPr/>
              <p:nvPr/>
            </p:nvSpPr>
            <p:spPr>
              <a:xfrm rot="-6599386">
                <a:off x="917321" y="1642633"/>
                <a:ext cx="440541" cy="440541"/>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91;p22"/>
              <p:cNvSpPr/>
              <p:nvPr/>
            </p:nvSpPr>
            <p:spPr>
              <a:xfrm rot="-6598839">
                <a:off x="1486366" y="2582084"/>
                <a:ext cx="1199287" cy="1199287"/>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92;p22"/>
              <p:cNvSpPr/>
              <p:nvPr/>
            </p:nvSpPr>
            <p:spPr>
              <a:xfrm rot="-6598620">
                <a:off x="2973641" y="1148863"/>
                <a:ext cx="1681581" cy="1681581"/>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93;p22"/>
              <p:cNvSpPr/>
              <p:nvPr/>
            </p:nvSpPr>
            <p:spPr>
              <a:xfrm rot="-6597866">
                <a:off x="1260554" y="2443316"/>
                <a:ext cx="629106" cy="629106"/>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94;p22"/>
              <p:cNvSpPr/>
              <p:nvPr/>
            </p:nvSpPr>
            <p:spPr>
              <a:xfrm rot="-6597701">
                <a:off x="1866350" y="1348918"/>
                <a:ext cx="274172" cy="274172"/>
              </a:xfrm>
              <a:prstGeom prst="ellipse">
                <a:avLst/>
              </a:prstGeom>
              <a:gradFill>
                <a:gsLst>
                  <a:gs pos="0">
                    <a:srgbClr val="FFFFFF">
                      <a:alpha val="29803"/>
                      <a:alpha val="2980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295;p22"/>
            <p:cNvSpPr/>
            <p:nvPr/>
          </p:nvSpPr>
          <p:spPr>
            <a:xfrm>
              <a:off x="3045919" y="1974666"/>
              <a:ext cx="2440200" cy="2440200"/>
            </a:xfrm>
            <a:prstGeom prst="ellipse">
              <a:avLst/>
            </a:prstGeom>
            <a:gradFill>
              <a:gsLst>
                <a:gs pos="0">
                  <a:schemeClr val="accent1"/>
                </a:gs>
                <a:gs pos="100000">
                  <a:schemeClr val="accent2"/>
                </a:gs>
              </a:gsLst>
              <a:lin ang="0" scaled="0"/>
            </a:gradFill>
            <a:ln>
              <a:noFill/>
            </a:ln>
            <a:effectLst>
              <a:outerShdw blurRad="228600" dist="50800" dir="5400000" algn="tl" rotWithShape="0">
                <a:schemeClr val="lt1">
                  <a:alpha val="549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Barlow Light"/>
                <a:ea typeface="Barlow Light"/>
                <a:cs typeface="Barlow Light"/>
                <a:sym typeface="Barlow Light"/>
              </a:endParaRPr>
            </a:p>
          </p:txBody>
        </p:sp>
      </p:grpSp>
      <p:sp>
        <p:nvSpPr>
          <p:cNvPr id="63" name="Google Shape;224;p17"/>
          <p:cNvSpPr txBox="1">
            <a:spLocks/>
          </p:cNvSpPr>
          <p:nvPr/>
        </p:nvSpPr>
        <p:spPr>
          <a:xfrm>
            <a:off x="5572591" y="2209689"/>
            <a:ext cx="2969933" cy="120737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9pPr>
          </a:lstStyle>
          <a:p>
            <a:pPr algn="ctr"/>
            <a:r>
              <a:rPr lang="en-US" sz="3400" dirty="0" smtClean="0">
                <a:solidFill>
                  <a:schemeClr val="tx1"/>
                </a:solidFill>
              </a:rPr>
              <a:t>FEEDBACK</a:t>
            </a:r>
            <a:endParaRPr lang="en-US" sz="3400" dirty="0">
              <a:solidFill>
                <a:schemeClr val="tx1"/>
              </a:solidFill>
            </a:endParaRPr>
          </a:p>
        </p:txBody>
      </p:sp>
      <p:sp>
        <p:nvSpPr>
          <p:cNvPr id="66" name="Google Shape;302;p22"/>
          <p:cNvSpPr txBox="1"/>
          <p:nvPr/>
        </p:nvSpPr>
        <p:spPr>
          <a:xfrm>
            <a:off x="7507737" y="3558505"/>
            <a:ext cx="1207375" cy="683585"/>
          </a:xfrm>
          <a:prstGeom prst="rect">
            <a:avLst/>
          </a:prstGeom>
          <a:noFill/>
          <a:ln>
            <a:noFill/>
          </a:ln>
        </p:spPr>
        <p:txBody>
          <a:bodyPr spcFirstLastPara="1" wrap="square" lIns="91425" tIns="91425" rIns="91425" bIns="91425" anchor="ctr" anchorCtr="0">
            <a:noAutofit/>
          </a:bodyPr>
          <a:lstStyle/>
          <a:p>
            <a:pPr lvl="0" algn="ctr"/>
            <a:r>
              <a:rPr lang="en-US" sz="1200" b="1" dirty="0">
                <a:solidFill>
                  <a:schemeClr val="dk1"/>
                </a:solidFill>
                <a:latin typeface="Barlow" panose="020B0604020202020204" charset="0"/>
                <a:ea typeface="Barlow Light"/>
                <a:cs typeface="Barlow Light"/>
                <a:sym typeface="Barlow Light"/>
              </a:rPr>
              <a:t> </a:t>
            </a:r>
            <a:r>
              <a:rPr lang="en-US" sz="1200" b="1" dirty="0" smtClean="0">
                <a:solidFill>
                  <a:schemeClr val="dk1"/>
                </a:solidFill>
                <a:latin typeface="Barlow" panose="020B0604020202020204" charset="0"/>
                <a:ea typeface="Barlow Light"/>
                <a:cs typeface="Barlow Light"/>
                <a:sym typeface="Barlow Light"/>
              </a:rPr>
              <a:t>MAIN MENU</a:t>
            </a:r>
            <a:endParaRPr sz="1200" b="1" dirty="0">
              <a:solidFill>
                <a:schemeClr val="dk1"/>
              </a:solidFill>
              <a:latin typeface="Barlow" panose="020B0604020202020204" charset="0"/>
              <a:ea typeface="Barlow Light"/>
              <a:cs typeface="Barlow Light"/>
              <a:sym typeface="Barlow Light"/>
            </a:endParaRPr>
          </a:p>
        </p:txBody>
      </p:sp>
    </p:spTree>
    <p:extLst>
      <p:ext uri="{BB962C8B-B14F-4D97-AF65-F5344CB8AC3E}">
        <p14:creationId xmlns:p14="http://schemas.microsoft.com/office/powerpoint/2010/main" val="39529288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4" name="Google Shape;274;p20"/>
          <p:cNvSpPr txBox="1">
            <a:spLocks noGrp="1"/>
          </p:cNvSpPr>
          <p:nvPr>
            <p:ph type="title"/>
          </p:nvPr>
        </p:nvSpPr>
        <p:spPr>
          <a:xfrm>
            <a:off x="710062" y="1059385"/>
            <a:ext cx="4348500" cy="396300"/>
          </a:xfrm>
          <a:prstGeom prst="rect">
            <a:avLst/>
          </a:prstGeom>
        </p:spPr>
        <p:txBody>
          <a:bodyPr spcFirstLastPara="1" wrap="square" lIns="0" tIns="0" rIns="0" bIns="0" anchor="b" anchorCtr="0">
            <a:noAutofit/>
          </a:bodyPr>
          <a:lstStyle/>
          <a:p>
            <a:pPr lvl="0"/>
            <a:r>
              <a:rPr lang="en-US" sz="3600" dirty="0" smtClean="0"/>
              <a:t>PROPOSED SYSTEM</a:t>
            </a:r>
            <a:endParaRPr lang="en-US" sz="3600" dirty="0"/>
          </a:p>
        </p:txBody>
      </p:sp>
      <p:sp>
        <p:nvSpPr>
          <p:cNvPr id="275" name="Google Shape;275;p20"/>
          <p:cNvSpPr txBox="1">
            <a:spLocks noGrp="1"/>
          </p:cNvSpPr>
          <p:nvPr>
            <p:ph type="body" idx="1"/>
          </p:nvPr>
        </p:nvSpPr>
        <p:spPr>
          <a:xfrm>
            <a:off x="703732" y="1488146"/>
            <a:ext cx="4348500" cy="3033900"/>
          </a:xfrm>
          <a:prstGeom prst="rect">
            <a:avLst/>
          </a:prstGeom>
        </p:spPr>
        <p:txBody>
          <a:bodyPr spcFirstLastPara="1" wrap="square" lIns="0" tIns="0" rIns="0" bIns="0" anchor="t" anchorCtr="0">
            <a:noAutofit/>
          </a:bodyPr>
          <a:lstStyle/>
          <a:p>
            <a:pPr lvl="0">
              <a:lnSpc>
                <a:spcPct val="200000"/>
              </a:lnSpc>
              <a:buFont typeface="Wingdings" panose="05000000000000000000" pitchFamily="2" charset="2"/>
              <a:buChar char="ü"/>
            </a:pPr>
            <a:r>
              <a:rPr lang="en-US" sz="1200" dirty="0"/>
              <a:t>It is automated computerized web based software system.</a:t>
            </a:r>
          </a:p>
          <a:p>
            <a:pPr lvl="0">
              <a:lnSpc>
                <a:spcPct val="200000"/>
              </a:lnSpc>
              <a:buFont typeface="Wingdings" panose="05000000000000000000" pitchFamily="2" charset="2"/>
              <a:buChar char="ü"/>
            </a:pPr>
            <a:r>
              <a:rPr lang="en-US" sz="1200" dirty="0"/>
              <a:t>It uses latest technologies like C++.</a:t>
            </a:r>
          </a:p>
          <a:p>
            <a:pPr lvl="0">
              <a:lnSpc>
                <a:spcPct val="200000"/>
              </a:lnSpc>
              <a:buFont typeface="Wingdings" panose="05000000000000000000" pitchFamily="2" charset="2"/>
              <a:buChar char="ü"/>
            </a:pPr>
            <a:r>
              <a:rPr lang="en-US" sz="1200" dirty="0"/>
              <a:t>It is super easy to operate.</a:t>
            </a:r>
          </a:p>
          <a:p>
            <a:pPr lvl="0">
              <a:lnSpc>
                <a:spcPct val="200000"/>
              </a:lnSpc>
              <a:buFont typeface="Wingdings" panose="05000000000000000000" pitchFamily="2" charset="2"/>
              <a:buChar char="ü"/>
            </a:pPr>
            <a:r>
              <a:rPr lang="en-US" sz="1200" dirty="0"/>
              <a:t>Attractive user interface</a:t>
            </a:r>
            <a:r>
              <a:rPr lang="en-US" sz="1200" dirty="0" smtClean="0"/>
              <a:t>.</a:t>
            </a:r>
          </a:p>
        </p:txBody>
      </p:sp>
      <p:grpSp>
        <p:nvGrpSpPr>
          <p:cNvPr id="44" name="Grupo 17">
            <a:extLst>
              <a:ext uri="{FF2B5EF4-FFF2-40B4-BE49-F238E27FC236}">
                <a16:creationId xmlns="" xmlns:a16="http://schemas.microsoft.com/office/drawing/2014/main" id="{CA0C878C-BC9B-EC43-B03E-6AEC9CD688AE}"/>
              </a:ext>
            </a:extLst>
          </p:cNvPr>
          <p:cNvGrpSpPr/>
          <p:nvPr/>
        </p:nvGrpSpPr>
        <p:grpSpPr>
          <a:xfrm>
            <a:off x="5397990" y="631777"/>
            <a:ext cx="3746010" cy="4302334"/>
            <a:chOff x="5463177" y="4131209"/>
            <a:chExt cx="563250" cy="684279"/>
          </a:xfrm>
        </p:grpSpPr>
        <p:sp>
          <p:nvSpPr>
            <p:cNvPr id="45" name="Google Shape;1185;p46"/>
            <p:cNvSpPr/>
            <p:nvPr/>
          </p:nvSpPr>
          <p:spPr>
            <a:xfrm>
              <a:off x="5772698" y="4131209"/>
              <a:ext cx="253729" cy="260766"/>
            </a:xfrm>
            <a:custGeom>
              <a:avLst/>
              <a:gdLst/>
              <a:ahLst/>
              <a:cxnLst/>
              <a:rect l="l" t="t" r="r" b="b"/>
              <a:pathLst>
                <a:path w="2537293" h="2607659" extrusionOk="0">
                  <a:moveTo>
                    <a:pt x="2537293" y="719897"/>
                  </a:moveTo>
                  <a:cubicBezTo>
                    <a:pt x="1312518" y="13074"/>
                    <a:pt x="312539" y="850388"/>
                    <a:pt x="312539" y="2607660"/>
                  </a:cubicBezTo>
                  <a:lnTo>
                    <a:pt x="0" y="2427148"/>
                  </a:lnTo>
                  <a:cubicBezTo>
                    <a:pt x="725" y="442242"/>
                    <a:pt x="1132681" y="-523387"/>
                    <a:pt x="2537293" y="287104"/>
                  </a:cubicBezTo>
                  <a:lnTo>
                    <a:pt x="2537293" y="719897"/>
                  </a:lnTo>
                  <a:close/>
                </a:path>
              </a:pathLst>
            </a:custGeom>
            <a:solidFill>
              <a:srgbClr val="FFFFFF">
                <a:alpha val="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6" name="Google Shape;1186;p46"/>
            <p:cNvSpPr/>
            <p:nvPr/>
          </p:nvSpPr>
          <p:spPr>
            <a:xfrm>
              <a:off x="5892718" y="4319899"/>
              <a:ext cx="133282" cy="141143"/>
            </a:xfrm>
            <a:custGeom>
              <a:avLst/>
              <a:gdLst/>
              <a:ahLst/>
              <a:cxnLst/>
              <a:rect l="l" t="t" r="r" b="b"/>
              <a:pathLst>
                <a:path w="1332821" h="1411432" extrusionOk="0">
                  <a:moveTo>
                    <a:pt x="312539" y="1411432"/>
                  </a:moveTo>
                  <a:cubicBezTo>
                    <a:pt x="312539" y="631389"/>
                    <a:pt x="769382" y="262391"/>
                    <a:pt x="1332822" y="587167"/>
                  </a:cubicBezTo>
                  <a:lnTo>
                    <a:pt x="1332822" y="154374"/>
                  </a:lnTo>
                  <a:cubicBezTo>
                    <a:pt x="596797" y="-270445"/>
                    <a:pt x="0" y="211645"/>
                    <a:pt x="0" y="1230920"/>
                  </a:cubicBezTo>
                  <a:lnTo>
                    <a:pt x="312539" y="1411432"/>
                  </a:lnTo>
                  <a:close/>
                </a:path>
              </a:pathLst>
            </a:custGeom>
            <a:solidFill>
              <a:srgbClr val="FFFFFF">
                <a:alpha val="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7" name="Google Shape;1187;p46"/>
            <p:cNvSpPr/>
            <p:nvPr/>
          </p:nvSpPr>
          <p:spPr>
            <a:xfrm>
              <a:off x="5831985" y="4228086"/>
              <a:ext cx="194050" cy="197255"/>
            </a:xfrm>
            <a:custGeom>
              <a:avLst/>
              <a:gdLst/>
              <a:ahLst/>
              <a:cxnLst/>
              <a:rect l="l" t="t" r="r" b="b"/>
              <a:pathLst>
                <a:path w="1940495" h="1972554" extrusionOk="0">
                  <a:moveTo>
                    <a:pt x="312539" y="1972554"/>
                  </a:moveTo>
                  <a:cubicBezTo>
                    <a:pt x="312539" y="727095"/>
                    <a:pt x="1042038" y="138438"/>
                    <a:pt x="1940496" y="657500"/>
                  </a:cubicBezTo>
                  <a:lnTo>
                    <a:pt x="1940496" y="224707"/>
                  </a:lnTo>
                  <a:cubicBezTo>
                    <a:pt x="869453" y="-393673"/>
                    <a:pt x="0" y="308076"/>
                    <a:pt x="0" y="1792043"/>
                  </a:cubicBezTo>
                  <a:lnTo>
                    <a:pt x="312539" y="1972554"/>
                  </a:lnTo>
                  <a:close/>
                </a:path>
              </a:pathLst>
            </a:custGeom>
            <a:solidFill>
              <a:srgbClr val="FFFFFF">
                <a:alpha val="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8" name="Google Shape;1188;p46"/>
            <p:cNvSpPr/>
            <p:nvPr/>
          </p:nvSpPr>
          <p:spPr>
            <a:xfrm>
              <a:off x="5966466" y="4416726"/>
              <a:ext cx="59317" cy="89179"/>
            </a:xfrm>
            <a:custGeom>
              <a:avLst/>
              <a:gdLst/>
              <a:ahLst/>
              <a:cxnLst/>
              <a:rect l="l" t="t" r="r" b="b"/>
              <a:pathLst>
                <a:path w="593170" h="891788" extrusionOk="0">
                  <a:moveTo>
                    <a:pt x="296586" y="857302"/>
                  </a:moveTo>
                  <a:cubicBezTo>
                    <a:pt x="460469" y="952270"/>
                    <a:pt x="593171" y="844253"/>
                    <a:pt x="593171" y="617344"/>
                  </a:cubicBezTo>
                  <a:cubicBezTo>
                    <a:pt x="593171" y="390436"/>
                    <a:pt x="460469" y="129455"/>
                    <a:pt x="296586" y="34487"/>
                  </a:cubicBezTo>
                  <a:cubicBezTo>
                    <a:pt x="132702" y="-60481"/>
                    <a:pt x="0" y="47536"/>
                    <a:pt x="0" y="274444"/>
                  </a:cubicBezTo>
                  <a:cubicBezTo>
                    <a:pt x="0" y="502078"/>
                    <a:pt x="132702" y="762334"/>
                    <a:pt x="296586" y="857302"/>
                  </a:cubicBezTo>
                  <a:close/>
                </a:path>
              </a:pathLst>
            </a:custGeom>
            <a:solidFill>
              <a:srgbClr val="FFFFFF">
                <a:alpha val="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9" name="Google Shape;1189;p46"/>
            <p:cNvSpPr/>
            <p:nvPr/>
          </p:nvSpPr>
          <p:spPr>
            <a:xfrm>
              <a:off x="5785640" y="4401007"/>
              <a:ext cx="215804" cy="237058"/>
            </a:xfrm>
            <a:custGeom>
              <a:avLst/>
              <a:gdLst/>
              <a:ahLst/>
              <a:cxnLst/>
              <a:rect l="l" t="t" r="r" b="b"/>
              <a:pathLst>
                <a:path w="2158040" h="2370577" extrusionOk="0">
                  <a:moveTo>
                    <a:pt x="0" y="0"/>
                  </a:moveTo>
                  <a:lnTo>
                    <a:pt x="2158041" y="1246184"/>
                  </a:lnTo>
                  <a:lnTo>
                    <a:pt x="2158041" y="2370577"/>
                  </a:lnTo>
                  <a:lnTo>
                    <a:pt x="190714" y="1233860"/>
                  </a:lnTo>
                  <a:lnTo>
                    <a:pt x="725" y="1296205"/>
                  </a:lnTo>
                  <a:lnTo>
                    <a:pt x="0" y="0"/>
                  </a:lnTo>
                  <a:close/>
                </a:path>
              </a:pathLst>
            </a:custGeom>
            <a:gradFill>
              <a:gsLst>
                <a:gs pos="0">
                  <a:srgbClr val="FFFFFF">
                    <a:alpha val="29803"/>
                    <a:alpha val="29800"/>
                  </a:srgbClr>
                </a:gs>
                <a:gs pos="100000">
                  <a:srgbClr val="FFFFFF">
                    <a:alpha val="0"/>
                  </a:srgbClr>
                </a:gs>
              </a:gsLst>
              <a:lin ang="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0" name="Google Shape;1190;p46"/>
            <p:cNvSpPr/>
            <p:nvPr/>
          </p:nvSpPr>
          <p:spPr>
            <a:xfrm>
              <a:off x="5804945" y="4438611"/>
              <a:ext cx="24510" cy="36442"/>
            </a:xfrm>
            <a:custGeom>
              <a:avLst/>
              <a:gdLst/>
              <a:ahLst/>
              <a:cxnLst/>
              <a:rect l="l" t="t" r="r" b="b"/>
              <a:pathLst>
                <a:path w="245099" h="364422" extrusionOk="0">
                  <a:moveTo>
                    <a:pt x="245100" y="252893"/>
                  </a:moveTo>
                  <a:cubicBezTo>
                    <a:pt x="245100" y="345687"/>
                    <a:pt x="189989" y="389183"/>
                    <a:pt x="122550" y="350036"/>
                  </a:cubicBezTo>
                  <a:cubicBezTo>
                    <a:pt x="55111" y="310889"/>
                    <a:pt x="0" y="204322"/>
                    <a:pt x="0" y="111529"/>
                  </a:cubicBezTo>
                  <a:cubicBezTo>
                    <a:pt x="0" y="18735"/>
                    <a:pt x="55111" y="-24761"/>
                    <a:pt x="122550" y="14386"/>
                  </a:cubicBezTo>
                  <a:cubicBezTo>
                    <a:pt x="189989" y="52808"/>
                    <a:pt x="245100" y="160100"/>
                    <a:pt x="245100" y="252893"/>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1" name="Google Shape;1191;p46"/>
            <p:cNvSpPr/>
            <p:nvPr/>
          </p:nvSpPr>
          <p:spPr>
            <a:xfrm>
              <a:off x="5840951" y="4460215"/>
              <a:ext cx="47280" cy="37190"/>
            </a:xfrm>
            <a:custGeom>
              <a:avLst/>
              <a:gdLst/>
              <a:ahLst/>
              <a:cxnLst/>
              <a:rect l="l" t="t" r="r" b="b"/>
              <a:pathLst>
                <a:path w="472796" h="371897" extrusionOk="0">
                  <a:moveTo>
                    <a:pt x="0" y="0"/>
                  </a:moveTo>
                  <a:lnTo>
                    <a:pt x="472796" y="273305"/>
                  </a:lnTo>
                  <a:lnTo>
                    <a:pt x="472796" y="371898"/>
                  </a:lnTo>
                  <a:lnTo>
                    <a:pt x="0" y="98593"/>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2" name="Google Shape;1192;p46"/>
            <p:cNvSpPr/>
            <p:nvPr/>
          </p:nvSpPr>
          <p:spPr>
            <a:xfrm>
              <a:off x="5840951" y="4479951"/>
              <a:ext cx="141186" cy="91416"/>
            </a:xfrm>
            <a:custGeom>
              <a:avLst/>
              <a:gdLst/>
              <a:ahLst/>
              <a:cxnLst/>
              <a:rect l="l" t="t" r="r" b="b"/>
              <a:pathLst>
                <a:path w="1411862" h="914158" extrusionOk="0">
                  <a:moveTo>
                    <a:pt x="0" y="0"/>
                  </a:moveTo>
                  <a:lnTo>
                    <a:pt x="1411863" y="815566"/>
                  </a:lnTo>
                  <a:lnTo>
                    <a:pt x="1411863" y="914158"/>
                  </a:lnTo>
                  <a:lnTo>
                    <a:pt x="0" y="98593"/>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3" name="Google Shape;1193;p46"/>
            <p:cNvSpPr/>
            <p:nvPr/>
          </p:nvSpPr>
          <p:spPr>
            <a:xfrm>
              <a:off x="5840951" y="4499615"/>
              <a:ext cx="110440" cy="73655"/>
            </a:xfrm>
            <a:custGeom>
              <a:avLst/>
              <a:gdLst/>
              <a:ahLst/>
              <a:cxnLst/>
              <a:rect l="l" t="t" r="r" b="b"/>
              <a:pathLst>
                <a:path w="1104400" h="736546" extrusionOk="0">
                  <a:moveTo>
                    <a:pt x="0" y="0"/>
                  </a:moveTo>
                  <a:lnTo>
                    <a:pt x="1104400" y="637953"/>
                  </a:lnTo>
                  <a:lnTo>
                    <a:pt x="1104400" y="736546"/>
                  </a:lnTo>
                  <a:lnTo>
                    <a:pt x="0" y="98593"/>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4" name="Google Shape;1194;p46"/>
            <p:cNvSpPr/>
            <p:nvPr/>
          </p:nvSpPr>
          <p:spPr>
            <a:xfrm>
              <a:off x="5629325" y="4251434"/>
              <a:ext cx="121535" cy="295198"/>
            </a:xfrm>
            <a:custGeom>
              <a:avLst/>
              <a:gdLst/>
              <a:ahLst/>
              <a:cxnLst/>
              <a:rect l="l" t="t" r="r" b="b"/>
              <a:pathLst>
                <a:path w="1215347" h="2951984" extrusionOk="0">
                  <a:moveTo>
                    <a:pt x="0" y="0"/>
                  </a:moveTo>
                  <a:lnTo>
                    <a:pt x="1215348" y="701024"/>
                  </a:lnTo>
                  <a:lnTo>
                    <a:pt x="1215348" y="2951985"/>
                  </a:lnTo>
                  <a:lnTo>
                    <a:pt x="0" y="2250961"/>
                  </a:lnTo>
                  <a:lnTo>
                    <a:pt x="0" y="0"/>
                  </a:lnTo>
                  <a:close/>
                </a:path>
              </a:pathLst>
            </a:custGeom>
            <a:gradFill>
              <a:gsLst>
                <a:gs pos="0">
                  <a:srgbClr val="FFFFFF">
                    <a:alpha val="29803"/>
                    <a:alpha val="29800"/>
                  </a:srgbClr>
                </a:gs>
                <a:gs pos="100000">
                  <a:srgbClr val="FFFFFF">
                    <a:alpha val="0"/>
                  </a:srgbClr>
                </a:gs>
              </a:gsLst>
              <a:lin ang="540070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5" name="Google Shape;1195;p46"/>
            <p:cNvSpPr/>
            <p:nvPr/>
          </p:nvSpPr>
          <p:spPr>
            <a:xfrm>
              <a:off x="5641255" y="4384669"/>
              <a:ext cx="97605" cy="66188"/>
            </a:xfrm>
            <a:custGeom>
              <a:avLst/>
              <a:gdLst/>
              <a:ahLst/>
              <a:cxnLst/>
              <a:rect l="l" t="t" r="r" b="b"/>
              <a:pathLst>
                <a:path w="976049" h="661876" extrusionOk="0">
                  <a:moveTo>
                    <a:pt x="0" y="0"/>
                  </a:moveTo>
                  <a:lnTo>
                    <a:pt x="976049" y="563284"/>
                  </a:lnTo>
                  <a:lnTo>
                    <a:pt x="976049" y="661877"/>
                  </a:lnTo>
                  <a:lnTo>
                    <a:pt x="0" y="98593"/>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6" name="Google Shape;1196;p46"/>
            <p:cNvSpPr/>
            <p:nvPr/>
          </p:nvSpPr>
          <p:spPr>
            <a:xfrm>
              <a:off x="5648051" y="4407731"/>
              <a:ext cx="83900" cy="58286"/>
            </a:xfrm>
            <a:custGeom>
              <a:avLst/>
              <a:gdLst/>
              <a:ahLst/>
              <a:cxnLst/>
              <a:rect l="l" t="t" r="r" b="b"/>
              <a:pathLst>
                <a:path w="838996" h="582857" extrusionOk="0">
                  <a:moveTo>
                    <a:pt x="0" y="0"/>
                  </a:moveTo>
                  <a:lnTo>
                    <a:pt x="838996" y="484265"/>
                  </a:lnTo>
                  <a:lnTo>
                    <a:pt x="838996" y="582857"/>
                  </a:lnTo>
                  <a:lnTo>
                    <a:pt x="0" y="98593"/>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7" name="Google Shape;1197;p46"/>
            <p:cNvSpPr/>
            <p:nvPr/>
          </p:nvSpPr>
          <p:spPr>
            <a:xfrm>
              <a:off x="5599103" y="4399272"/>
              <a:ext cx="84552" cy="73945"/>
            </a:xfrm>
            <a:custGeom>
              <a:avLst/>
              <a:gdLst/>
              <a:ahLst/>
              <a:cxnLst/>
              <a:rect l="l" t="t" r="r" b="b"/>
              <a:pathLst>
                <a:path w="845522" h="739446" extrusionOk="0">
                  <a:moveTo>
                    <a:pt x="845523" y="487890"/>
                  </a:moveTo>
                  <a:lnTo>
                    <a:pt x="0" y="0"/>
                  </a:lnTo>
                  <a:lnTo>
                    <a:pt x="0" y="251557"/>
                  </a:lnTo>
                  <a:lnTo>
                    <a:pt x="845523" y="739446"/>
                  </a:lnTo>
                  <a:lnTo>
                    <a:pt x="845523" y="487890"/>
                  </a:lnTo>
                  <a:close/>
                </a:path>
              </a:pathLst>
            </a:custGeom>
            <a:gradFill>
              <a:gsLst>
                <a:gs pos="0">
                  <a:schemeClr val="accent1"/>
                </a:gs>
                <a:gs pos="100000">
                  <a:schemeClr val="accent2"/>
                </a:gs>
              </a:gsLst>
              <a:lin ang="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8" name="Google Shape;1198;p46"/>
            <p:cNvSpPr/>
            <p:nvPr/>
          </p:nvSpPr>
          <p:spPr>
            <a:xfrm>
              <a:off x="5675670" y="4310105"/>
              <a:ext cx="28136" cy="42759"/>
            </a:xfrm>
            <a:custGeom>
              <a:avLst/>
              <a:gdLst/>
              <a:ahLst/>
              <a:cxnLst/>
              <a:rect l="l" t="t" r="r" b="b"/>
              <a:pathLst>
                <a:path w="281357" h="427594" extrusionOk="0">
                  <a:moveTo>
                    <a:pt x="281358" y="296079"/>
                  </a:moveTo>
                  <a:cubicBezTo>
                    <a:pt x="281358" y="404821"/>
                    <a:pt x="218270" y="456292"/>
                    <a:pt x="140679" y="411345"/>
                  </a:cubicBezTo>
                  <a:cubicBezTo>
                    <a:pt x="63088" y="366399"/>
                    <a:pt x="0" y="240983"/>
                    <a:pt x="0" y="131516"/>
                  </a:cubicBezTo>
                  <a:cubicBezTo>
                    <a:pt x="0" y="22774"/>
                    <a:pt x="63088" y="-28698"/>
                    <a:pt x="140679" y="16249"/>
                  </a:cubicBezTo>
                  <a:cubicBezTo>
                    <a:pt x="218270" y="62646"/>
                    <a:pt x="281358" y="187337"/>
                    <a:pt x="281358" y="296079"/>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9" name="Google Shape;1199;p46"/>
            <p:cNvSpPr/>
            <p:nvPr/>
          </p:nvSpPr>
          <p:spPr>
            <a:xfrm>
              <a:off x="5665014" y="4356952"/>
              <a:ext cx="49510" cy="50597"/>
            </a:xfrm>
            <a:custGeom>
              <a:avLst/>
              <a:gdLst/>
              <a:ahLst/>
              <a:cxnLst/>
              <a:rect l="l" t="t" r="r" b="b"/>
              <a:pathLst>
                <a:path w="495103" h="505969" extrusionOk="0">
                  <a:moveTo>
                    <a:pt x="247552" y="29290"/>
                  </a:moveTo>
                  <a:cubicBezTo>
                    <a:pt x="122101" y="-43930"/>
                    <a:pt x="18405" y="24940"/>
                    <a:pt x="277" y="182254"/>
                  </a:cubicBezTo>
                  <a:cubicBezTo>
                    <a:pt x="-2624" y="209802"/>
                    <a:pt x="17680" y="246049"/>
                    <a:pt x="43060" y="260548"/>
                  </a:cubicBezTo>
                  <a:lnTo>
                    <a:pt x="452044" y="499781"/>
                  </a:lnTo>
                  <a:cubicBezTo>
                    <a:pt x="477424" y="514280"/>
                    <a:pt x="497728" y="502680"/>
                    <a:pt x="494827" y="471507"/>
                  </a:cubicBezTo>
                  <a:cubicBezTo>
                    <a:pt x="476699" y="292446"/>
                    <a:pt x="373003" y="102509"/>
                    <a:pt x="247552" y="29290"/>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0" name="Google Shape;1200;p46"/>
            <p:cNvSpPr/>
            <p:nvPr/>
          </p:nvSpPr>
          <p:spPr>
            <a:xfrm>
              <a:off x="5713411" y="4520290"/>
              <a:ext cx="121535" cy="295198"/>
            </a:xfrm>
            <a:custGeom>
              <a:avLst/>
              <a:gdLst/>
              <a:ahLst/>
              <a:cxnLst/>
              <a:rect l="l" t="t" r="r" b="b"/>
              <a:pathLst>
                <a:path w="1215347" h="2951984" extrusionOk="0">
                  <a:moveTo>
                    <a:pt x="0" y="0"/>
                  </a:moveTo>
                  <a:lnTo>
                    <a:pt x="1215348" y="701024"/>
                  </a:lnTo>
                  <a:lnTo>
                    <a:pt x="1215348" y="2951985"/>
                  </a:lnTo>
                  <a:lnTo>
                    <a:pt x="0" y="2250961"/>
                  </a:lnTo>
                  <a:lnTo>
                    <a:pt x="0" y="0"/>
                  </a:lnTo>
                  <a:close/>
                </a:path>
              </a:pathLst>
            </a:custGeom>
            <a:gradFill>
              <a:gsLst>
                <a:gs pos="0">
                  <a:srgbClr val="FFFFFF">
                    <a:alpha val="29803"/>
                    <a:alpha val="29800"/>
                  </a:srgbClr>
                </a:gs>
                <a:gs pos="100000">
                  <a:srgbClr val="FFFFFF">
                    <a:alpha val="0"/>
                  </a:srgbClr>
                </a:gs>
              </a:gsLst>
              <a:lin ang="540070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1" name="Google Shape;1201;p46"/>
            <p:cNvSpPr/>
            <p:nvPr/>
          </p:nvSpPr>
          <p:spPr>
            <a:xfrm>
              <a:off x="5725269" y="4653526"/>
              <a:ext cx="97605" cy="66188"/>
            </a:xfrm>
            <a:custGeom>
              <a:avLst/>
              <a:gdLst/>
              <a:ahLst/>
              <a:cxnLst/>
              <a:rect l="l" t="t" r="r" b="b"/>
              <a:pathLst>
                <a:path w="976049" h="661876" extrusionOk="0">
                  <a:moveTo>
                    <a:pt x="0" y="0"/>
                  </a:moveTo>
                  <a:lnTo>
                    <a:pt x="976049" y="563284"/>
                  </a:lnTo>
                  <a:lnTo>
                    <a:pt x="976049" y="661877"/>
                  </a:lnTo>
                  <a:lnTo>
                    <a:pt x="0" y="98593"/>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2" name="Google Shape;1202;p46"/>
            <p:cNvSpPr/>
            <p:nvPr/>
          </p:nvSpPr>
          <p:spPr>
            <a:xfrm>
              <a:off x="5732065" y="4676587"/>
              <a:ext cx="83900" cy="58286"/>
            </a:xfrm>
            <a:custGeom>
              <a:avLst/>
              <a:gdLst/>
              <a:ahLst/>
              <a:cxnLst/>
              <a:rect l="l" t="t" r="r" b="b"/>
              <a:pathLst>
                <a:path w="838996" h="582857" extrusionOk="0">
                  <a:moveTo>
                    <a:pt x="0" y="0"/>
                  </a:moveTo>
                  <a:lnTo>
                    <a:pt x="838996" y="484265"/>
                  </a:lnTo>
                  <a:lnTo>
                    <a:pt x="838996" y="582857"/>
                  </a:lnTo>
                  <a:lnTo>
                    <a:pt x="0" y="98593"/>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3" name="Google Shape;1203;p46"/>
            <p:cNvSpPr/>
            <p:nvPr/>
          </p:nvSpPr>
          <p:spPr>
            <a:xfrm>
              <a:off x="5780290" y="4724156"/>
              <a:ext cx="84552" cy="73945"/>
            </a:xfrm>
            <a:custGeom>
              <a:avLst/>
              <a:gdLst/>
              <a:ahLst/>
              <a:cxnLst/>
              <a:rect l="l" t="t" r="r" b="b"/>
              <a:pathLst>
                <a:path w="845522" h="739446" extrusionOk="0">
                  <a:moveTo>
                    <a:pt x="845522" y="487889"/>
                  </a:moveTo>
                  <a:lnTo>
                    <a:pt x="0" y="0"/>
                  </a:lnTo>
                  <a:lnTo>
                    <a:pt x="0" y="251557"/>
                  </a:lnTo>
                  <a:lnTo>
                    <a:pt x="845522" y="739446"/>
                  </a:lnTo>
                  <a:lnTo>
                    <a:pt x="845522" y="487889"/>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4" name="Google Shape;1204;p46"/>
            <p:cNvSpPr/>
            <p:nvPr/>
          </p:nvSpPr>
          <p:spPr>
            <a:xfrm>
              <a:off x="5759684" y="4578962"/>
              <a:ext cx="28136" cy="42759"/>
            </a:xfrm>
            <a:custGeom>
              <a:avLst/>
              <a:gdLst/>
              <a:ahLst/>
              <a:cxnLst/>
              <a:rect l="l" t="t" r="r" b="b"/>
              <a:pathLst>
                <a:path w="281357" h="427594" extrusionOk="0">
                  <a:moveTo>
                    <a:pt x="281357" y="296079"/>
                  </a:moveTo>
                  <a:cubicBezTo>
                    <a:pt x="281357" y="404821"/>
                    <a:pt x="218270" y="456292"/>
                    <a:pt x="140679" y="411345"/>
                  </a:cubicBezTo>
                  <a:cubicBezTo>
                    <a:pt x="63088" y="365674"/>
                    <a:pt x="0" y="240983"/>
                    <a:pt x="0" y="131516"/>
                  </a:cubicBezTo>
                  <a:cubicBezTo>
                    <a:pt x="0" y="22774"/>
                    <a:pt x="63088" y="-28697"/>
                    <a:pt x="140679" y="16249"/>
                  </a:cubicBezTo>
                  <a:cubicBezTo>
                    <a:pt x="218270" y="61921"/>
                    <a:pt x="281357" y="187337"/>
                    <a:pt x="281357" y="296079"/>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5" name="Google Shape;1205;p46"/>
            <p:cNvSpPr/>
            <p:nvPr/>
          </p:nvSpPr>
          <p:spPr>
            <a:xfrm>
              <a:off x="5749028" y="4625809"/>
              <a:ext cx="49510" cy="50597"/>
            </a:xfrm>
            <a:custGeom>
              <a:avLst/>
              <a:gdLst/>
              <a:ahLst/>
              <a:cxnLst/>
              <a:rect l="l" t="t" r="r" b="b"/>
              <a:pathLst>
                <a:path w="495104" h="505969" extrusionOk="0">
                  <a:moveTo>
                    <a:pt x="247552" y="29290"/>
                  </a:moveTo>
                  <a:cubicBezTo>
                    <a:pt x="122102" y="-43930"/>
                    <a:pt x="18405" y="24940"/>
                    <a:pt x="277" y="182254"/>
                  </a:cubicBezTo>
                  <a:cubicBezTo>
                    <a:pt x="-2624" y="209802"/>
                    <a:pt x="17680" y="246049"/>
                    <a:pt x="43060" y="260548"/>
                  </a:cubicBezTo>
                  <a:lnTo>
                    <a:pt x="452044" y="499780"/>
                  </a:lnTo>
                  <a:cubicBezTo>
                    <a:pt x="477424" y="514279"/>
                    <a:pt x="497728" y="502680"/>
                    <a:pt x="494828" y="471508"/>
                  </a:cubicBezTo>
                  <a:cubicBezTo>
                    <a:pt x="476699" y="292446"/>
                    <a:pt x="373003" y="102509"/>
                    <a:pt x="247552" y="2929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6" name="Google Shape;1206;p46"/>
            <p:cNvSpPr/>
            <p:nvPr/>
          </p:nvSpPr>
          <p:spPr>
            <a:xfrm>
              <a:off x="5463177" y="4376428"/>
              <a:ext cx="215876" cy="254239"/>
            </a:xfrm>
            <a:custGeom>
              <a:avLst/>
              <a:gdLst/>
              <a:ahLst/>
              <a:cxnLst/>
              <a:rect l="l" t="t" r="r" b="b"/>
              <a:pathLst>
                <a:path w="2158765" h="2542389" extrusionOk="0">
                  <a:moveTo>
                    <a:pt x="2158041" y="1246184"/>
                  </a:moveTo>
                  <a:lnTo>
                    <a:pt x="0" y="0"/>
                  </a:lnTo>
                  <a:lnTo>
                    <a:pt x="0" y="1124393"/>
                  </a:lnTo>
                  <a:lnTo>
                    <a:pt x="1968052" y="2260385"/>
                  </a:lnTo>
                  <a:lnTo>
                    <a:pt x="2158766" y="2542390"/>
                  </a:lnTo>
                  <a:lnTo>
                    <a:pt x="2158041" y="1246184"/>
                  </a:lnTo>
                  <a:close/>
                </a:path>
              </a:pathLst>
            </a:custGeom>
            <a:gradFill>
              <a:gsLst>
                <a:gs pos="0">
                  <a:srgbClr val="FFFFFF">
                    <a:alpha val="29803"/>
                    <a:alpha val="29800"/>
                  </a:srgbClr>
                </a:gs>
                <a:gs pos="100000">
                  <a:srgbClr val="FFFFFF">
                    <a:alpha val="0"/>
                  </a:srgbClr>
                </a:gs>
              </a:gsLst>
              <a:lin ang="1080140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7" name="Google Shape;1207;p46"/>
            <p:cNvSpPr/>
            <p:nvPr/>
          </p:nvSpPr>
          <p:spPr>
            <a:xfrm>
              <a:off x="5634603" y="4501867"/>
              <a:ext cx="24510" cy="36442"/>
            </a:xfrm>
            <a:custGeom>
              <a:avLst/>
              <a:gdLst/>
              <a:ahLst/>
              <a:cxnLst/>
              <a:rect l="l" t="t" r="r" b="b"/>
              <a:pathLst>
                <a:path w="245099" h="364422" extrusionOk="0">
                  <a:moveTo>
                    <a:pt x="0" y="111529"/>
                  </a:moveTo>
                  <a:cubicBezTo>
                    <a:pt x="0" y="204322"/>
                    <a:pt x="55111" y="310889"/>
                    <a:pt x="122550" y="350036"/>
                  </a:cubicBezTo>
                  <a:cubicBezTo>
                    <a:pt x="189989" y="389184"/>
                    <a:pt x="245100" y="345687"/>
                    <a:pt x="245100" y="252893"/>
                  </a:cubicBezTo>
                  <a:cubicBezTo>
                    <a:pt x="245100" y="160100"/>
                    <a:pt x="189989" y="53533"/>
                    <a:pt x="122550" y="14386"/>
                  </a:cubicBezTo>
                  <a:cubicBezTo>
                    <a:pt x="55111" y="-24761"/>
                    <a:pt x="0" y="18735"/>
                    <a:pt x="0" y="111529"/>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8" name="Google Shape;1208;p46"/>
            <p:cNvSpPr/>
            <p:nvPr/>
          </p:nvSpPr>
          <p:spPr>
            <a:xfrm>
              <a:off x="5575895" y="4468818"/>
              <a:ext cx="47280" cy="37190"/>
            </a:xfrm>
            <a:custGeom>
              <a:avLst/>
              <a:gdLst/>
              <a:ahLst/>
              <a:cxnLst/>
              <a:rect l="l" t="t" r="r" b="b"/>
              <a:pathLst>
                <a:path w="472796" h="371897" extrusionOk="0">
                  <a:moveTo>
                    <a:pt x="472796" y="272580"/>
                  </a:moveTo>
                  <a:lnTo>
                    <a:pt x="0" y="0"/>
                  </a:lnTo>
                  <a:lnTo>
                    <a:pt x="0" y="98593"/>
                  </a:lnTo>
                  <a:lnTo>
                    <a:pt x="472796" y="371898"/>
                  </a:lnTo>
                  <a:lnTo>
                    <a:pt x="472796" y="27258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9" name="Google Shape;1209;p46"/>
            <p:cNvSpPr/>
            <p:nvPr/>
          </p:nvSpPr>
          <p:spPr>
            <a:xfrm>
              <a:off x="5482265" y="4434407"/>
              <a:ext cx="141186" cy="91416"/>
            </a:xfrm>
            <a:custGeom>
              <a:avLst/>
              <a:gdLst/>
              <a:ahLst/>
              <a:cxnLst/>
              <a:rect l="l" t="t" r="r" b="b"/>
              <a:pathLst>
                <a:path w="1411863" h="914158" extrusionOk="0">
                  <a:moveTo>
                    <a:pt x="1411863" y="815566"/>
                  </a:moveTo>
                  <a:lnTo>
                    <a:pt x="0" y="0"/>
                  </a:lnTo>
                  <a:lnTo>
                    <a:pt x="0" y="98593"/>
                  </a:lnTo>
                  <a:lnTo>
                    <a:pt x="1411863" y="914158"/>
                  </a:lnTo>
                  <a:lnTo>
                    <a:pt x="1411863" y="815566"/>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0" name="Google Shape;1210;p46"/>
            <p:cNvSpPr/>
            <p:nvPr/>
          </p:nvSpPr>
          <p:spPr>
            <a:xfrm>
              <a:off x="5512920" y="4471854"/>
              <a:ext cx="110440" cy="73655"/>
            </a:xfrm>
            <a:custGeom>
              <a:avLst/>
              <a:gdLst/>
              <a:ahLst/>
              <a:cxnLst/>
              <a:rect l="l" t="t" r="r" b="b"/>
              <a:pathLst>
                <a:path w="1104400" h="736546" extrusionOk="0">
                  <a:moveTo>
                    <a:pt x="1104401" y="637954"/>
                  </a:moveTo>
                  <a:lnTo>
                    <a:pt x="0" y="0"/>
                  </a:lnTo>
                  <a:lnTo>
                    <a:pt x="0" y="98593"/>
                  </a:lnTo>
                  <a:lnTo>
                    <a:pt x="1104401" y="736546"/>
                  </a:lnTo>
                  <a:lnTo>
                    <a:pt x="1104401" y="637954"/>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1" name="Google Shape;1211;p46"/>
            <p:cNvSpPr/>
            <p:nvPr/>
          </p:nvSpPr>
          <p:spPr>
            <a:xfrm>
              <a:off x="5743778" y="4152173"/>
              <a:ext cx="253729" cy="260766"/>
            </a:xfrm>
            <a:custGeom>
              <a:avLst/>
              <a:gdLst/>
              <a:ahLst/>
              <a:cxnLst/>
              <a:rect l="l" t="t" r="r" b="b"/>
              <a:pathLst>
                <a:path w="2537293" h="2607659" extrusionOk="0">
                  <a:moveTo>
                    <a:pt x="2537293" y="719897"/>
                  </a:moveTo>
                  <a:cubicBezTo>
                    <a:pt x="1313243" y="13074"/>
                    <a:pt x="312539" y="850388"/>
                    <a:pt x="312539" y="2607660"/>
                  </a:cubicBezTo>
                  <a:lnTo>
                    <a:pt x="0" y="2427148"/>
                  </a:lnTo>
                  <a:cubicBezTo>
                    <a:pt x="725" y="442242"/>
                    <a:pt x="1132681" y="-523387"/>
                    <a:pt x="2537293" y="287104"/>
                  </a:cubicBezTo>
                  <a:lnTo>
                    <a:pt x="2537293" y="719897"/>
                  </a:lnTo>
                  <a:close/>
                </a:path>
              </a:pathLst>
            </a:custGeom>
            <a:gradFill>
              <a:gsLst>
                <a:gs pos="0">
                  <a:srgbClr val="FFFFFF">
                    <a:alpha val="40000"/>
                  </a:srgbClr>
                </a:gs>
                <a:gs pos="100000">
                  <a:srgbClr val="FFFFFF">
                    <a:alpha val="10000"/>
                  </a:srgbClr>
                </a:gs>
              </a:gsLst>
              <a:lin ang="6600474"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2" name="Google Shape;1212;p46"/>
            <p:cNvSpPr/>
            <p:nvPr/>
          </p:nvSpPr>
          <p:spPr>
            <a:xfrm>
              <a:off x="5863798" y="4340864"/>
              <a:ext cx="133282" cy="141143"/>
            </a:xfrm>
            <a:custGeom>
              <a:avLst/>
              <a:gdLst/>
              <a:ahLst/>
              <a:cxnLst/>
              <a:rect l="l" t="t" r="r" b="b"/>
              <a:pathLst>
                <a:path w="1332821" h="1411432" extrusionOk="0">
                  <a:moveTo>
                    <a:pt x="312539" y="1411432"/>
                  </a:moveTo>
                  <a:cubicBezTo>
                    <a:pt x="312539" y="631389"/>
                    <a:pt x="769382" y="262391"/>
                    <a:pt x="1332822" y="587167"/>
                  </a:cubicBezTo>
                  <a:lnTo>
                    <a:pt x="1332822" y="154374"/>
                  </a:lnTo>
                  <a:cubicBezTo>
                    <a:pt x="596797" y="-270445"/>
                    <a:pt x="0" y="211645"/>
                    <a:pt x="0" y="1230920"/>
                  </a:cubicBezTo>
                  <a:lnTo>
                    <a:pt x="312539" y="1411432"/>
                  </a:lnTo>
                  <a:close/>
                </a:path>
              </a:pathLst>
            </a:custGeom>
            <a:gradFill>
              <a:gsLst>
                <a:gs pos="0">
                  <a:srgbClr val="FFFFFF">
                    <a:alpha val="40000"/>
                  </a:srgbClr>
                </a:gs>
                <a:gs pos="100000">
                  <a:srgbClr val="FFFFFF">
                    <a:alpha val="10000"/>
                  </a:srgbClr>
                </a:gs>
              </a:gsLst>
              <a:lin ang="6600474"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3" name="Google Shape;1213;p46"/>
            <p:cNvSpPr/>
            <p:nvPr/>
          </p:nvSpPr>
          <p:spPr>
            <a:xfrm>
              <a:off x="5803065" y="4249051"/>
              <a:ext cx="194050" cy="197255"/>
            </a:xfrm>
            <a:custGeom>
              <a:avLst/>
              <a:gdLst/>
              <a:ahLst/>
              <a:cxnLst/>
              <a:rect l="l" t="t" r="r" b="b"/>
              <a:pathLst>
                <a:path w="1940495" h="1972554" extrusionOk="0">
                  <a:moveTo>
                    <a:pt x="312539" y="1972554"/>
                  </a:moveTo>
                  <a:cubicBezTo>
                    <a:pt x="312539" y="727095"/>
                    <a:pt x="1042038" y="138438"/>
                    <a:pt x="1940496" y="657500"/>
                  </a:cubicBezTo>
                  <a:lnTo>
                    <a:pt x="1940496" y="224707"/>
                  </a:lnTo>
                  <a:cubicBezTo>
                    <a:pt x="869453" y="-393673"/>
                    <a:pt x="0" y="308076"/>
                    <a:pt x="0" y="1792043"/>
                  </a:cubicBezTo>
                  <a:lnTo>
                    <a:pt x="312539" y="1972554"/>
                  </a:lnTo>
                  <a:close/>
                </a:path>
              </a:pathLst>
            </a:custGeom>
            <a:gradFill>
              <a:gsLst>
                <a:gs pos="0">
                  <a:srgbClr val="FFFFFF">
                    <a:alpha val="40000"/>
                  </a:srgbClr>
                </a:gs>
                <a:gs pos="100000">
                  <a:srgbClr val="FFFFFF">
                    <a:alpha val="10000"/>
                  </a:srgbClr>
                </a:gs>
              </a:gsLst>
              <a:lin ang="6600474"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4" name="Google Shape;1214;p46"/>
            <p:cNvSpPr/>
            <p:nvPr/>
          </p:nvSpPr>
          <p:spPr>
            <a:xfrm>
              <a:off x="5937545" y="4437691"/>
              <a:ext cx="59317" cy="89179"/>
            </a:xfrm>
            <a:custGeom>
              <a:avLst/>
              <a:gdLst/>
              <a:ahLst/>
              <a:cxnLst/>
              <a:rect l="l" t="t" r="r" b="b"/>
              <a:pathLst>
                <a:path w="593170" h="891788" extrusionOk="0">
                  <a:moveTo>
                    <a:pt x="296586" y="857302"/>
                  </a:moveTo>
                  <a:cubicBezTo>
                    <a:pt x="460469" y="952270"/>
                    <a:pt x="593171" y="844253"/>
                    <a:pt x="593171" y="617344"/>
                  </a:cubicBezTo>
                  <a:cubicBezTo>
                    <a:pt x="593171" y="390436"/>
                    <a:pt x="460469" y="129455"/>
                    <a:pt x="296586" y="34487"/>
                  </a:cubicBezTo>
                  <a:cubicBezTo>
                    <a:pt x="132702" y="-60481"/>
                    <a:pt x="0" y="47536"/>
                    <a:pt x="0" y="274444"/>
                  </a:cubicBezTo>
                  <a:cubicBezTo>
                    <a:pt x="0" y="502078"/>
                    <a:pt x="132702" y="762334"/>
                    <a:pt x="296586" y="857302"/>
                  </a:cubicBezTo>
                  <a:close/>
                </a:path>
              </a:pathLst>
            </a:custGeom>
            <a:gradFill>
              <a:gsLst>
                <a:gs pos="0">
                  <a:srgbClr val="FFFFFF">
                    <a:alpha val="40000"/>
                  </a:srgbClr>
                </a:gs>
                <a:gs pos="100000">
                  <a:srgbClr val="FFFFFF">
                    <a:alpha val="10000"/>
                  </a:srgbClr>
                </a:gs>
              </a:gsLst>
              <a:lin ang="6600474"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5" name="Google Shape;1215;p46"/>
            <p:cNvSpPr/>
            <p:nvPr/>
          </p:nvSpPr>
          <p:spPr>
            <a:xfrm>
              <a:off x="5871100" y="4613443"/>
              <a:ext cx="60622" cy="82637"/>
            </a:xfrm>
            <a:custGeom>
              <a:avLst/>
              <a:gdLst/>
              <a:ahLst/>
              <a:cxnLst/>
              <a:rect l="l" t="t" r="r" b="b"/>
              <a:pathLst>
                <a:path w="606224" h="826367" extrusionOk="0">
                  <a:moveTo>
                    <a:pt x="303112" y="10476"/>
                  </a:moveTo>
                  <a:cubicBezTo>
                    <a:pt x="346621" y="35124"/>
                    <a:pt x="381428" y="96019"/>
                    <a:pt x="381428" y="146041"/>
                  </a:cubicBezTo>
                  <a:lnTo>
                    <a:pt x="381428" y="367150"/>
                  </a:lnTo>
                  <a:lnTo>
                    <a:pt x="527908" y="451243"/>
                  </a:lnTo>
                  <a:cubicBezTo>
                    <a:pt x="571417" y="475892"/>
                    <a:pt x="606224" y="536787"/>
                    <a:pt x="606224" y="587533"/>
                  </a:cubicBezTo>
                  <a:cubicBezTo>
                    <a:pt x="606224" y="637555"/>
                    <a:pt x="571417" y="657853"/>
                    <a:pt x="527908" y="633205"/>
                  </a:cubicBezTo>
                  <a:lnTo>
                    <a:pt x="381428" y="549111"/>
                  </a:lnTo>
                  <a:lnTo>
                    <a:pt x="381428" y="770220"/>
                  </a:lnTo>
                  <a:cubicBezTo>
                    <a:pt x="381428" y="820242"/>
                    <a:pt x="346621" y="840540"/>
                    <a:pt x="303112" y="815892"/>
                  </a:cubicBezTo>
                  <a:cubicBezTo>
                    <a:pt x="259603" y="791244"/>
                    <a:pt x="224796" y="730348"/>
                    <a:pt x="224796" y="679602"/>
                  </a:cubicBezTo>
                  <a:lnTo>
                    <a:pt x="224796" y="458493"/>
                  </a:lnTo>
                  <a:lnTo>
                    <a:pt x="78316" y="374399"/>
                  </a:lnTo>
                  <a:cubicBezTo>
                    <a:pt x="34807" y="349751"/>
                    <a:pt x="0" y="288855"/>
                    <a:pt x="0" y="238834"/>
                  </a:cubicBezTo>
                  <a:cubicBezTo>
                    <a:pt x="0" y="188812"/>
                    <a:pt x="34807" y="168514"/>
                    <a:pt x="78316" y="193162"/>
                  </a:cubicBezTo>
                  <a:lnTo>
                    <a:pt x="224796" y="277256"/>
                  </a:lnTo>
                  <a:lnTo>
                    <a:pt x="224796" y="56147"/>
                  </a:lnTo>
                  <a:cubicBezTo>
                    <a:pt x="224796" y="6126"/>
                    <a:pt x="259603" y="-14173"/>
                    <a:pt x="303112" y="10476"/>
                  </a:cubicBezTo>
                  <a:close/>
                </a:path>
              </a:pathLst>
            </a:custGeom>
            <a:gradFill>
              <a:gsLst>
                <a:gs pos="0">
                  <a:srgbClr val="FFFFFF">
                    <a:alpha val="29803"/>
                    <a:alpha val="29800"/>
                  </a:srgbClr>
                </a:gs>
                <a:gs pos="100000">
                  <a:srgbClr val="FFFFFF">
                    <a:alpha val="0"/>
                    <a:alpha val="29800"/>
                  </a:srgbClr>
                </a:gs>
              </a:gsLst>
              <a:lin ang="540070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6" name="Google Shape;1216;p46"/>
            <p:cNvSpPr/>
            <p:nvPr/>
          </p:nvSpPr>
          <p:spPr>
            <a:xfrm>
              <a:off x="5535048" y="4299581"/>
              <a:ext cx="43791" cy="93261"/>
            </a:xfrm>
            <a:custGeom>
              <a:avLst/>
              <a:gdLst/>
              <a:ahLst/>
              <a:cxnLst/>
              <a:rect l="l" t="t" r="r" b="b"/>
              <a:pathLst>
                <a:path w="437910" h="932608" extrusionOk="0">
                  <a:moveTo>
                    <a:pt x="218230" y="0"/>
                  </a:moveTo>
                  <a:lnTo>
                    <a:pt x="419821" y="395821"/>
                  </a:lnTo>
                  <a:cubicBezTo>
                    <a:pt x="447377" y="450192"/>
                    <a:pt x="443026" y="504563"/>
                    <a:pt x="409669" y="517612"/>
                  </a:cubicBezTo>
                  <a:cubicBezTo>
                    <a:pt x="376312" y="530661"/>
                    <a:pt x="327002" y="496589"/>
                    <a:pt x="299447" y="442218"/>
                  </a:cubicBezTo>
                  <a:lnTo>
                    <a:pt x="297271" y="437143"/>
                  </a:lnTo>
                  <a:lnTo>
                    <a:pt x="297271" y="876461"/>
                  </a:lnTo>
                  <a:cubicBezTo>
                    <a:pt x="297271" y="926483"/>
                    <a:pt x="262464" y="946781"/>
                    <a:pt x="218955" y="922133"/>
                  </a:cubicBezTo>
                  <a:cubicBezTo>
                    <a:pt x="175446" y="896760"/>
                    <a:pt x="140639" y="836589"/>
                    <a:pt x="140639" y="786568"/>
                  </a:cubicBezTo>
                  <a:lnTo>
                    <a:pt x="140639" y="347250"/>
                  </a:lnTo>
                  <a:lnTo>
                    <a:pt x="138464" y="349425"/>
                  </a:lnTo>
                  <a:cubicBezTo>
                    <a:pt x="110908" y="371898"/>
                    <a:pt x="60873" y="348700"/>
                    <a:pt x="28241" y="297228"/>
                  </a:cubicBezTo>
                  <a:cubicBezTo>
                    <a:pt x="-5116" y="245757"/>
                    <a:pt x="-9466" y="186312"/>
                    <a:pt x="18089" y="163838"/>
                  </a:cubicBezTo>
                  <a:lnTo>
                    <a:pt x="218230" y="0"/>
                  </a:lnTo>
                  <a:close/>
                </a:path>
              </a:pathLst>
            </a:custGeom>
            <a:gradFill>
              <a:gsLst>
                <a:gs pos="0">
                  <a:srgbClr val="FFFFFF">
                    <a:alpha val="29803"/>
                    <a:alpha val="29800"/>
                  </a:srgbClr>
                </a:gs>
                <a:gs pos="100000">
                  <a:srgbClr val="FFFFFF">
                    <a:alpha val="0"/>
                  </a:srgbClr>
                </a:gs>
              </a:gsLst>
              <a:lin ang="540070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36"/>
          <p:cNvSpPr txBox="1">
            <a:spLocks noGrp="1"/>
          </p:cNvSpPr>
          <p:nvPr>
            <p:ph type="ctrTitle"/>
          </p:nvPr>
        </p:nvSpPr>
        <p:spPr>
          <a:xfrm>
            <a:off x="855300" y="1534047"/>
            <a:ext cx="5110800" cy="1159800"/>
          </a:xfrm>
          <a:prstGeom prst="rect">
            <a:avLst/>
          </a:prstGeom>
        </p:spPr>
        <p:txBody>
          <a:bodyPr spcFirstLastPara="1" wrap="square" lIns="0" tIns="0" rIns="0" bIns="0" anchor="b" anchorCtr="0">
            <a:noAutofit/>
          </a:bodyPr>
          <a:lstStyle/>
          <a:p>
            <a:pPr lvl="0"/>
            <a:r>
              <a:rPr lang="en-US" dirty="0" smtClean="0"/>
              <a:t>FUTURE ENHANCEMENT</a:t>
            </a:r>
            <a:endParaRPr lang="en-US" dirty="0"/>
          </a:p>
        </p:txBody>
      </p:sp>
      <p:sp>
        <p:nvSpPr>
          <p:cNvPr id="492" name="Google Shape;492;p36"/>
          <p:cNvSpPr txBox="1">
            <a:spLocks noGrp="1"/>
          </p:cNvSpPr>
          <p:nvPr>
            <p:ph type="subTitle" idx="1"/>
          </p:nvPr>
        </p:nvSpPr>
        <p:spPr>
          <a:xfrm>
            <a:off x="855300" y="2714551"/>
            <a:ext cx="5110800" cy="2428949"/>
          </a:xfrm>
          <a:prstGeom prst="rect">
            <a:avLst/>
          </a:prstGeom>
        </p:spPr>
        <p:txBody>
          <a:bodyPr spcFirstLastPara="1" wrap="square" lIns="0" tIns="0" rIns="0" bIns="0" anchor="t" anchorCtr="0">
            <a:noAutofit/>
          </a:bodyPr>
          <a:lstStyle/>
          <a:p>
            <a:pPr marL="0" lvl="0" indent="0">
              <a:spcAft>
                <a:spcPts val="800"/>
              </a:spcAft>
            </a:pPr>
            <a:r>
              <a:rPr lang="en-US" sz="1400" dirty="0"/>
              <a:t>In the future, our aim to develop it to maintain the whole Business market in the actual field and extends the system with security update, Online transaction and Laser Product Detection System.</a:t>
            </a:r>
            <a:endParaRPr sz="1400" dirty="0"/>
          </a:p>
        </p:txBody>
      </p:sp>
      <p:grpSp>
        <p:nvGrpSpPr>
          <p:cNvPr id="54" name="Grupo 53">
            <a:extLst>
              <a:ext uri="{FF2B5EF4-FFF2-40B4-BE49-F238E27FC236}">
                <a16:creationId xmlns="" xmlns:a16="http://schemas.microsoft.com/office/drawing/2014/main" id="{C1C0CF39-E114-3949-A27F-1C46512C1BF9}"/>
              </a:ext>
            </a:extLst>
          </p:cNvPr>
          <p:cNvGrpSpPr/>
          <p:nvPr/>
        </p:nvGrpSpPr>
        <p:grpSpPr>
          <a:xfrm>
            <a:off x="5051577" y="597671"/>
            <a:ext cx="3378214" cy="3959923"/>
            <a:chOff x="7017258" y="4131327"/>
            <a:chExt cx="583504" cy="683980"/>
          </a:xfrm>
        </p:grpSpPr>
        <p:sp>
          <p:nvSpPr>
            <p:cNvPr id="55" name="Google Shape;1160;p46">
              <a:extLst>
                <a:ext uri="{FF2B5EF4-FFF2-40B4-BE49-F238E27FC236}">
                  <a16:creationId xmlns="" xmlns:a16="http://schemas.microsoft.com/office/drawing/2014/main" id="{0B46D6C6-9873-6D47-AAD1-DB7F3E676FA1}"/>
                </a:ext>
              </a:extLst>
            </p:cNvPr>
            <p:cNvSpPr/>
            <p:nvPr/>
          </p:nvSpPr>
          <p:spPr>
            <a:xfrm>
              <a:off x="7315814" y="4178415"/>
              <a:ext cx="150241" cy="410597"/>
            </a:xfrm>
            <a:custGeom>
              <a:avLst/>
              <a:gdLst/>
              <a:ahLst/>
              <a:cxnLst/>
              <a:rect l="l" t="t" r="r" b="b"/>
              <a:pathLst>
                <a:path w="1502409" h="4105966" extrusionOk="0">
                  <a:moveTo>
                    <a:pt x="0" y="0"/>
                  </a:moveTo>
                  <a:lnTo>
                    <a:pt x="1502410" y="868091"/>
                  </a:lnTo>
                  <a:lnTo>
                    <a:pt x="1502410" y="4105966"/>
                  </a:lnTo>
                  <a:lnTo>
                    <a:pt x="0" y="3238679"/>
                  </a:lnTo>
                  <a:lnTo>
                    <a:pt x="0" y="0"/>
                  </a:lnTo>
                  <a:close/>
                </a:path>
              </a:pathLst>
            </a:custGeom>
            <a:solidFill>
              <a:srgbClr val="FFFFFF">
                <a:alpha val="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6" name="Google Shape;1161;p46">
              <a:extLst>
                <a:ext uri="{FF2B5EF4-FFF2-40B4-BE49-F238E27FC236}">
                  <a16:creationId xmlns="" xmlns:a16="http://schemas.microsoft.com/office/drawing/2014/main" id="{DA490056-2149-524D-843B-0B23B4A63343}"/>
                </a:ext>
              </a:extLst>
            </p:cNvPr>
            <p:cNvSpPr/>
            <p:nvPr/>
          </p:nvSpPr>
          <p:spPr>
            <a:xfrm>
              <a:off x="7320563" y="4281056"/>
              <a:ext cx="70592" cy="94782"/>
            </a:xfrm>
            <a:custGeom>
              <a:avLst/>
              <a:gdLst/>
              <a:ahLst/>
              <a:cxnLst/>
              <a:rect l="l" t="t" r="r" b="b"/>
              <a:pathLst>
                <a:path w="705920" h="947817" extrusionOk="0">
                  <a:moveTo>
                    <a:pt x="352852" y="947818"/>
                  </a:moveTo>
                  <a:cubicBezTo>
                    <a:pt x="-335753" y="51620"/>
                    <a:pt x="162642" y="-272810"/>
                    <a:pt x="352852" y="252381"/>
                  </a:cubicBezTo>
                  <a:cubicBezTo>
                    <a:pt x="543863" y="-49564"/>
                    <a:pt x="1041456" y="855467"/>
                    <a:pt x="352852" y="947818"/>
                  </a:cubicBezTo>
                  <a:close/>
                </a:path>
              </a:pathLst>
            </a:custGeom>
            <a:solidFill>
              <a:srgbClr val="FFFFFF">
                <a:alpha val="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7" name="Google Shape;1162;p46">
              <a:extLst>
                <a:ext uri="{FF2B5EF4-FFF2-40B4-BE49-F238E27FC236}">
                  <a16:creationId xmlns="" xmlns:a16="http://schemas.microsoft.com/office/drawing/2014/main" id="{3C5EE54E-1191-F64D-B370-D9B5C3978D8F}"/>
                </a:ext>
              </a:extLst>
            </p:cNvPr>
            <p:cNvSpPr/>
            <p:nvPr/>
          </p:nvSpPr>
          <p:spPr>
            <a:xfrm>
              <a:off x="7077193" y="4326164"/>
              <a:ext cx="134029" cy="147278"/>
            </a:xfrm>
            <a:custGeom>
              <a:avLst/>
              <a:gdLst/>
              <a:ahLst/>
              <a:cxnLst/>
              <a:rect l="l" t="t" r="r" b="b"/>
              <a:pathLst>
                <a:path w="1340290" h="1472783" extrusionOk="0">
                  <a:moveTo>
                    <a:pt x="1340291" y="774135"/>
                  </a:moveTo>
                  <a:lnTo>
                    <a:pt x="0" y="0"/>
                  </a:lnTo>
                  <a:lnTo>
                    <a:pt x="0" y="698649"/>
                  </a:lnTo>
                  <a:lnTo>
                    <a:pt x="1340291" y="1472784"/>
                  </a:lnTo>
                  <a:lnTo>
                    <a:pt x="1340291" y="774135"/>
                  </a:lnTo>
                  <a:close/>
                </a:path>
              </a:pathLst>
            </a:custGeom>
            <a:gradFill>
              <a:gsLst>
                <a:gs pos="0">
                  <a:srgbClr val="FFFFFF">
                    <a:alpha val="29803"/>
                    <a:alpha val="29800"/>
                  </a:srgbClr>
                </a:gs>
                <a:gs pos="100000">
                  <a:srgbClr val="FFFFFF">
                    <a:alpha val="0"/>
                  </a:srgbClr>
                </a:gs>
              </a:gsLst>
              <a:lin ang="1080140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8" name="Google Shape;1163;p46">
              <a:extLst>
                <a:ext uri="{FF2B5EF4-FFF2-40B4-BE49-F238E27FC236}">
                  <a16:creationId xmlns="" xmlns:a16="http://schemas.microsoft.com/office/drawing/2014/main" id="{BA083FF7-428D-C24A-B881-36F5DB395AF1}"/>
                </a:ext>
              </a:extLst>
            </p:cNvPr>
            <p:cNvSpPr/>
            <p:nvPr/>
          </p:nvSpPr>
          <p:spPr>
            <a:xfrm>
              <a:off x="7089116" y="4349542"/>
              <a:ext cx="15249" cy="22656"/>
            </a:xfrm>
            <a:custGeom>
              <a:avLst/>
              <a:gdLst/>
              <a:ahLst/>
              <a:cxnLst/>
              <a:rect l="l" t="t" r="r" b="b"/>
              <a:pathLst>
                <a:path w="152488" h="226558" extrusionOk="0">
                  <a:moveTo>
                    <a:pt x="152488" y="157447"/>
                  </a:moveTo>
                  <a:cubicBezTo>
                    <a:pt x="152488" y="215266"/>
                    <a:pt x="118780" y="241767"/>
                    <a:pt x="76244" y="217675"/>
                  </a:cubicBezTo>
                  <a:cubicBezTo>
                    <a:pt x="34510" y="193584"/>
                    <a:pt x="0" y="126931"/>
                    <a:pt x="0" y="69112"/>
                  </a:cubicBezTo>
                  <a:cubicBezTo>
                    <a:pt x="0" y="11293"/>
                    <a:pt x="33708" y="-15208"/>
                    <a:pt x="76244" y="8884"/>
                  </a:cubicBezTo>
                  <a:cubicBezTo>
                    <a:pt x="118780" y="32975"/>
                    <a:pt x="152488" y="99628"/>
                    <a:pt x="152488" y="157447"/>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9" name="Google Shape;1164;p46">
              <a:extLst>
                <a:ext uri="{FF2B5EF4-FFF2-40B4-BE49-F238E27FC236}">
                  <a16:creationId xmlns="" xmlns:a16="http://schemas.microsoft.com/office/drawing/2014/main" id="{839367E8-6B3B-B741-86D0-942ABD040E64}"/>
                </a:ext>
              </a:extLst>
            </p:cNvPr>
            <p:cNvSpPr/>
            <p:nvPr/>
          </p:nvSpPr>
          <p:spPr>
            <a:xfrm>
              <a:off x="7111362" y="4360598"/>
              <a:ext cx="48876" cy="39108"/>
            </a:xfrm>
            <a:custGeom>
              <a:avLst/>
              <a:gdLst/>
              <a:ahLst/>
              <a:cxnLst/>
              <a:rect l="l" t="t" r="r" b="b"/>
              <a:pathLst>
                <a:path w="488764" h="391082" extrusionOk="0">
                  <a:moveTo>
                    <a:pt x="0" y="0"/>
                  </a:moveTo>
                  <a:lnTo>
                    <a:pt x="488765" y="281869"/>
                  </a:lnTo>
                  <a:lnTo>
                    <a:pt x="488765" y="391083"/>
                  </a:lnTo>
                  <a:lnTo>
                    <a:pt x="0" y="110017"/>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0" name="Google Shape;1165;p46">
              <a:extLst>
                <a:ext uri="{FF2B5EF4-FFF2-40B4-BE49-F238E27FC236}">
                  <a16:creationId xmlns="" xmlns:a16="http://schemas.microsoft.com/office/drawing/2014/main" id="{A7B9A1FD-47D5-2949-A8F7-750BB12601C5}"/>
                </a:ext>
              </a:extLst>
            </p:cNvPr>
            <p:cNvSpPr/>
            <p:nvPr/>
          </p:nvSpPr>
          <p:spPr>
            <a:xfrm>
              <a:off x="7111442" y="4383982"/>
              <a:ext cx="85875" cy="60469"/>
            </a:xfrm>
            <a:custGeom>
              <a:avLst/>
              <a:gdLst/>
              <a:ahLst/>
              <a:cxnLst/>
              <a:rect l="l" t="t" r="r" b="b"/>
              <a:pathLst>
                <a:path w="858749" h="604692" extrusionOk="0">
                  <a:moveTo>
                    <a:pt x="0" y="0"/>
                  </a:moveTo>
                  <a:lnTo>
                    <a:pt x="858749" y="495479"/>
                  </a:lnTo>
                  <a:lnTo>
                    <a:pt x="858749" y="604692"/>
                  </a:lnTo>
                  <a:lnTo>
                    <a:pt x="0" y="109214"/>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1" name="Google Shape;1166;p46">
              <a:extLst>
                <a:ext uri="{FF2B5EF4-FFF2-40B4-BE49-F238E27FC236}">
                  <a16:creationId xmlns="" xmlns:a16="http://schemas.microsoft.com/office/drawing/2014/main" id="{5FEC3C0A-4C02-A64E-9743-92B4501C194D}"/>
                </a:ext>
              </a:extLst>
            </p:cNvPr>
            <p:cNvSpPr/>
            <p:nvPr/>
          </p:nvSpPr>
          <p:spPr>
            <a:xfrm>
              <a:off x="7281165" y="4207564"/>
              <a:ext cx="150241" cy="410597"/>
            </a:xfrm>
            <a:custGeom>
              <a:avLst/>
              <a:gdLst/>
              <a:ahLst/>
              <a:cxnLst/>
              <a:rect l="l" t="t" r="r" b="b"/>
              <a:pathLst>
                <a:path w="1502410" h="4105966" extrusionOk="0">
                  <a:moveTo>
                    <a:pt x="0" y="0"/>
                  </a:moveTo>
                  <a:lnTo>
                    <a:pt x="1502410" y="868091"/>
                  </a:lnTo>
                  <a:lnTo>
                    <a:pt x="1502410" y="4105967"/>
                  </a:lnTo>
                  <a:lnTo>
                    <a:pt x="0" y="3238679"/>
                  </a:lnTo>
                  <a:lnTo>
                    <a:pt x="0" y="0"/>
                  </a:lnTo>
                  <a:close/>
                </a:path>
              </a:pathLst>
            </a:custGeom>
            <a:gradFill>
              <a:gsLst>
                <a:gs pos="0">
                  <a:srgbClr val="FFFFFF">
                    <a:alpha val="29803"/>
                    <a:alpha val="29800"/>
                  </a:srgbClr>
                </a:gs>
                <a:gs pos="100000">
                  <a:srgbClr val="FFFFFF">
                    <a:alpha val="0"/>
                  </a:srgbClr>
                </a:gs>
              </a:gsLst>
              <a:lin ang="540070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2" name="Google Shape;1167;p46">
              <a:extLst>
                <a:ext uri="{FF2B5EF4-FFF2-40B4-BE49-F238E27FC236}">
                  <a16:creationId xmlns="" xmlns:a16="http://schemas.microsoft.com/office/drawing/2014/main" id="{245CFDBC-B787-F140-A27C-8FE8AEB99F24}"/>
                </a:ext>
              </a:extLst>
            </p:cNvPr>
            <p:cNvSpPr/>
            <p:nvPr/>
          </p:nvSpPr>
          <p:spPr>
            <a:xfrm>
              <a:off x="7295649" y="4387505"/>
              <a:ext cx="120706" cy="80626"/>
            </a:xfrm>
            <a:custGeom>
              <a:avLst/>
              <a:gdLst/>
              <a:ahLst/>
              <a:cxnLst/>
              <a:rect l="l" t="t" r="r" b="b"/>
              <a:pathLst>
                <a:path w="1207064" h="806256" extrusionOk="0">
                  <a:moveTo>
                    <a:pt x="0" y="0"/>
                  </a:moveTo>
                  <a:lnTo>
                    <a:pt x="1207064" y="697043"/>
                  </a:lnTo>
                  <a:lnTo>
                    <a:pt x="1207064" y="806257"/>
                  </a:lnTo>
                  <a:lnTo>
                    <a:pt x="0" y="109214"/>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3" name="Google Shape;1168;p46">
              <a:extLst>
                <a:ext uri="{FF2B5EF4-FFF2-40B4-BE49-F238E27FC236}">
                  <a16:creationId xmlns="" xmlns:a16="http://schemas.microsoft.com/office/drawing/2014/main" id="{68B13998-FD80-8345-BC29-F5B03C07C4E8}"/>
                </a:ext>
              </a:extLst>
            </p:cNvPr>
            <p:cNvSpPr/>
            <p:nvPr/>
          </p:nvSpPr>
          <p:spPr>
            <a:xfrm>
              <a:off x="7304051" y="4414012"/>
              <a:ext cx="103772" cy="70909"/>
            </a:xfrm>
            <a:custGeom>
              <a:avLst/>
              <a:gdLst/>
              <a:ahLst/>
              <a:cxnLst/>
              <a:rect l="l" t="t" r="r" b="b"/>
              <a:pathLst>
                <a:path w="1037722" h="709088" extrusionOk="0">
                  <a:moveTo>
                    <a:pt x="0" y="0"/>
                  </a:moveTo>
                  <a:lnTo>
                    <a:pt x="1037722" y="599874"/>
                  </a:lnTo>
                  <a:lnTo>
                    <a:pt x="1037722" y="709088"/>
                  </a:lnTo>
                  <a:lnTo>
                    <a:pt x="0" y="109214"/>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4" name="Google Shape;1169;p46">
              <a:extLst>
                <a:ext uri="{FF2B5EF4-FFF2-40B4-BE49-F238E27FC236}">
                  <a16:creationId xmlns="" xmlns:a16="http://schemas.microsoft.com/office/drawing/2014/main" id="{551BFB32-2776-2F40-8765-7EFBDACFAF4D}"/>
                </a:ext>
              </a:extLst>
            </p:cNvPr>
            <p:cNvSpPr/>
            <p:nvPr/>
          </p:nvSpPr>
          <p:spPr>
            <a:xfrm>
              <a:off x="7242035" y="4420419"/>
              <a:ext cx="88684" cy="87371"/>
            </a:xfrm>
            <a:custGeom>
              <a:avLst/>
              <a:gdLst/>
              <a:ahLst/>
              <a:cxnLst/>
              <a:rect l="l" t="t" r="r" b="b"/>
              <a:pathLst>
                <a:path w="886839" h="873712" extrusionOk="0">
                  <a:moveTo>
                    <a:pt x="0" y="361370"/>
                  </a:moveTo>
                  <a:lnTo>
                    <a:pt x="0" y="0"/>
                  </a:lnTo>
                  <a:lnTo>
                    <a:pt x="886839" y="512342"/>
                  </a:lnTo>
                  <a:lnTo>
                    <a:pt x="886839" y="873712"/>
                  </a:lnTo>
                  <a:lnTo>
                    <a:pt x="0" y="361370"/>
                  </a:lnTo>
                  <a:close/>
                </a:path>
              </a:pathLst>
            </a:custGeom>
            <a:gradFill>
              <a:gsLst>
                <a:gs pos="0">
                  <a:schemeClr val="accent1"/>
                </a:gs>
                <a:gs pos="100000">
                  <a:schemeClr val="accent2"/>
                </a:gs>
              </a:gsLst>
              <a:lin ang="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5" name="Google Shape;1170;p46">
              <a:extLst>
                <a:ext uri="{FF2B5EF4-FFF2-40B4-BE49-F238E27FC236}">
                  <a16:creationId xmlns="" xmlns:a16="http://schemas.microsoft.com/office/drawing/2014/main" id="{94624E01-92BA-314D-8E1B-36A9576598AD}"/>
                </a:ext>
              </a:extLst>
            </p:cNvPr>
            <p:cNvSpPr/>
            <p:nvPr/>
          </p:nvSpPr>
          <p:spPr>
            <a:xfrm>
              <a:off x="7521147" y="4436256"/>
              <a:ext cx="79615" cy="187933"/>
            </a:xfrm>
            <a:custGeom>
              <a:avLst/>
              <a:gdLst/>
              <a:ahLst/>
              <a:cxnLst/>
              <a:rect l="l" t="t" r="r" b="b"/>
              <a:pathLst>
                <a:path w="796148" h="1879329" extrusionOk="0">
                  <a:moveTo>
                    <a:pt x="294543" y="125463"/>
                  </a:moveTo>
                  <a:cubicBezTo>
                    <a:pt x="225522" y="15446"/>
                    <a:pt x="130016" y="991"/>
                    <a:pt x="126003" y="188"/>
                  </a:cubicBezTo>
                  <a:cubicBezTo>
                    <a:pt x="116373" y="-1418"/>
                    <a:pt x="110754" y="7416"/>
                    <a:pt x="110754" y="20264"/>
                  </a:cubicBezTo>
                  <a:lnTo>
                    <a:pt x="110754" y="310967"/>
                  </a:lnTo>
                  <a:cubicBezTo>
                    <a:pt x="110754" y="409741"/>
                    <a:pt x="77046" y="473182"/>
                    <a:pt x="10433" y="500485"/>
                  </a:cubicBezTo>
                  <a:cubicBezTo>
                    <a:pt x="4013" y="502894"/>
                    <a:pt x="0" y="510122"/>
                    <a:pt x="0" y="519758"/>
                  </a:cubicBezTo>
                  <a:cubicBezTo>
                    <a:pt x="0" y="659488"/>
                    <a:pt x="2408" y="1259362"/>
                    <a:pt x="3210" y="1446472"/>
                  </a:cubicBezTo>
                  <a:cubicBezTo>
                    <a:pt x="3210" y="1477790"/>
                    <a:pt x="24879" y="1514731"/>
                    <a:pt x="51364" y="1529988"/>
                  </a:cubicBezTo>
                  <a:cubicBezTo>
                    <a:pt x="194222" y="1612702"/>
                    <a:pt x="604335" y="1849600"/>
                    <a:pt x="604335" y="1849600"/>
                  </a:cubicBezTo>
                  <a:cubicBezTo>
                    <a:pt x="713484" y="1913040"/>
                    <a:pt x="783308" y="1873691"/>
                    <a:pt x="795346" y="1743598"/>
                  </a:cubicBezTo>
                  <a:lnTo>
                    <a:pt x="796149" y="1167815"/>
                  </a:lnTo>
                  <a:cubicBezTo>
                    <a:pt x="796149" y="1080283"/>
                    <a:pt x="780900" y="990342"/>
                    <a:pt x="732746" y="915659"/>
                  </a:cubicBezTo>
                  <a:cubicBezTo>
                    <a:pt x="705458" y="873098"/>
                    <a:pt x="673355" y="840173"/>
                    <a:pt x="639648" y="820900"/>
                  </a:cubicBezTo>
                  <a:lnTo>
                    <a:pt x="359551" y="659488"/>
                  </a:lnTo>
                  <a:lnTo>
                    <a:pt x="359551" y="389665"/>
                  </a:lnTo>
                  <a:cubicBezTo>
                    <a:pt x="360353" y="283663"/>
                    <a:pt x="337882" y="195328"/>
                    <a:pt x="294543" y="125463"/>
                  </a:cubicBezTo>
                  <a:close/>
                </a:path>
              </a:pathLst>
            </a:custGeom>
            <a:gradFill>
              <a:gsLst>
                <a:gs pos="0">
                  <a:srgbClr val="FFFFFF">
                    <a:alpha val="40000"/>
                  </a:srgbClr>
                </a:gs>
                <a:gs pos="100000">
                  <a:srgbClr val="FFFFFF">
                    <a:alpha val="10000"/>
                  </a:srgbClr>
                </a:gs>
              </a:gsLst>
              <a:lin ang="6600474"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6" name="Google Shape;1171;p46">
              <a:extLst>
                <a:ext uri="{FF2B5EF4-FFF2-40B4-BE49-F238E27FC236}">
                  <a16:creationId xmlns="" xmlns:a16="http://schemas.microsoft.com/office/drawing/2014/main" id="{10DE90FF-48AC-4A4F-88ED-74F8C32263B8}"/>
                </a:ext>
              </a:extLst>
            </p:cNvPr>
            <p:cNvSpPr/>
            <p:nvPr/>
          </p:nvSpPr>
          <p:spPr>
            <a:xfrm>
              <a:off x="7483777" y="4463342"/>
              <a:ext cx="31300" cy="120537"/>
            </a:xfrm>
            <a:custGeom>
              <a:avLst/>
              <a:gdLst/>
              <a:ahLst/>
              <a:cxnLst/>
              <a:rect l="l" t="t" r="r" b="b"/>
              <a:pathLst>
                <a:path w="313002" h="1205369" extrusionOk="0">
                  <a:moveTo>
                    <a:pt x="0" y="0"/>
                  </a:moveTo>
                  <a:lnTo>
                    <a:pt x="313002" y="180685"/>
                  </a:lnTo>
                  <a:lnTo>
                    <a:pt x="313002" y="1205370"/>
                  </a:lnTo>
                  <a:lnTo>
                    <a:pt x="0" y="1024685"/>
                  </a:lnTo>
                  <a:lnTo>
                    <a:pt x="0" y="0"/>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7" name="Google Shape;1172;p46">
              <a:extLst>
                <a:ext uri="{FF2B5EF4-FFF2-40B4-BE49-F238E27FC236}">
                  <a16:creationId xmlns="" xmlns:a16="http://schemas.microsoft.com/office/drawing/2014/main" id="{E4318164-AB54-A341-AF90-6E36AA2C4788}"/>
                </a:ext>
              </a:extLst>
            </p:cNvPr>
            <p:cNvSpPr/>
            <p:nvPr/>
          </p:nvSpPr>
          <p:spPr>
            <a:xfrm>
              <a:off x="7017258" y="4131327"/>
              <a:ext cx="238925" cy="281547"/>
            </a:xfrm>
            <a:custGeom>
              <a:avLst/>
              <a:gdLst/>
              <a:ahLst/>
              <a:cxnLst/>
              <a:rect l="l" t="t" r="r" b="b"/>
              <a:pathLst>
                <a:path w="2389249" h="2815474" extrusionOk="0">
                  <a:moveTo>
                    <a:pt x="2388447" y="1379631"/>
                  </a:moveTo>
                  <a:lnTo>
                    <a:pt x="0" y="0"/>
                  </a:lnTo>
                  <a:lnTo>
                    <a:pt x="803" y="1245522"/>
                  </a:lnTo>
                  <a:lnTo>
                    <a:pt x="2178173" y="2503090"/>
                  </a:lnTo>
                  <a:lnTo>
                    <a:pt x="2389249" y="2815474"/>
                  </a:lnTo>
                  <a:lnTo>
                    <a:pt x="2388447" y="1379631"/>
                  </a:lnTo>
                  <a:close/>
                </a:path>
              </a:pathLst>
            </a:custGeom>
            <a:gradFill>
              <a:gsLst>
                <a:gs pos="0">
                  <a:srgbClr val="FFFFFF">
                    <a:alpha val="29803"/>
                    <a:alpha val="29800"/>
                  </a:srgbClr>
                </a:gs>
                <a:gs pos="100000">
                  <a:srgbClr val="FFFFFF">
                    <a:alpha val="0"/>
                  </a:srgbClr>
                </a:gs>
              </a:gsLst>
              <a:lin ang="1080140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8" name="Google Shape;1173;p46">
              <a:extLst>
                <a:ext uri="{FF2B5EF4-FFF2-40B4-BE49-F238E27FC236}">
                  <a16:creationId xmlns="" xmlns:a16="http://schemas.microsoft.com/office/drawing/2014/main" id="{933A2D64-80DC-6746-9B59-2085AEAAEC6E}"/>
                </a:ext>
              </a:extLst>
            </p:cNvPr>
            <p:cNvSpPr/>
            <p:nvPr/>
          </p:nvSpPr>
          <p:spPr>
            <a:xfrm>
              <a:off x="7142010" y="4233590"/>
              <a:ext cx="52327" cy="41116"/>
            </a:xfrm>
            <a:custGeom>
              <a:avLst/>
              <a:gdLst/>
              <a:ahLst/>
              <a:cxnLst/>
              <a:rect l="l" t="t" r="r" b="b"/>
              <a:pathLst>
                <a:path w="523275" h="411158" extrusionOk="0">
                  <a:moveTo>
                    <a:pt x="523275" y="301945"/>
                  </a:moveTo>
                  <a:lnTo>
                    <a:pt x="0" y="0"/>
                  </a:lnTo>
                  <a:lnTo>
                    <a:pt x="0" y="109214"/>
                  </a:lnTo>
                  <a:lnTo>
                    <a:pt x="523275" y="411159"/>
                  </a:lnTo>
                  <a:lnTo>
                    <a:pt x="523275" y="301945"/>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9" name="Google Shape;1174;p46">
              <a:extLst>
                <a:ext uri="{FF2B5EF4-FFF2-40B4-BE49-F238E27FC236}">
                  <a16:creationId xmlns="" xmlns:a16="http://schemas.microsoft.com/office/drawing/2014/main" id="{3F4E65C5-7F7E-0F4F-B2C6-80E93D82C7E8}"/>
                </a:ext>
              </a:extLst>
            </p:cNvPr>
            <p:cNvSpPr/>
            <p:nvPr/>
          </p:nvSpPr>
          <p:spPr>
            <a:xfrm>
              <a:off x="7064950" y="4210927"/>
              <a:ext cx="129615" cy="85765"/>
            </a:xfrm>
            <a:custGeom>
              <a:avLst/>
              <a:gdLst/>
              <a:ahLst/>
              <a:cxnLst/>
              <a:rect l="l" t="t" r="r" b="b"/>
              <a:pathLst>
                <a:path w="1296149" h="857651" extrusionOk="0">
                  <a:moveTo>
                    <a:pt x="1296150" y="748438"/>
                  </a:moveTo>
                  <a:lnTo>
                    <a:pt x="0" y="0"/>
                  </a:lnTo>
                  <a:lnTo>
                    <a:pt x="0" y="109214"/>
                  </a:lnTo>
                  <a:lnTo>
                    <a:pt x="1296150" y="857652"/>
                  </a:lnTo>
                  <a:lnTo>
                    <a:pt x="1296150" y="748438"/>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0" name="Google Shape;1175;p46">
              <a:extLst>
                <a:ext uri="{FF2B5EF4-FFF2-40B4-BE49-F238E27FC236}">
                  <a16:creationId xmlns="" xmlns:a16="http://schemas.microsoft.com/office/drawing/2014/main" id="{3EF8805A-AE6F-D343-BD55-33C408985582}"/>
                </a:ext>
              </a:extLst>
            </p:cNvPr>
            <p:cNvSpPr/>
            <p:nvPr/>
          </p:nvSpPr>
          <p:spPr>
            <a:xfrm>
              <a:off x="7038303" y="4217334"/>
              <a:ext cx="156340" cy="101264"/>
            </a:xfrm>
            <a:custGeom>
              <a:avLst/>
              <a:gdLst/>
              <a:ahLst/>
              <a:cxnLst/>
              <a:rect l="l" t="t" r="r" b="b"/>
              <a:pathLst>
                <a:path w="1563405" h="1012639" extrusionOk="0">
                  <a:moveTo>
                    <a:pt x="1563405" y="903425"/>
                  </a:moveTo>
                  <a:lnTo>
                    <a:pt x="0" y="0"/>
                  </a:lnTo>
                  <a:lnTo>
                    <a:pt x="0" y="109214"/>
                  </a:lnTo>
                  <a:lnTo>
                    <a:pt x="1563405" y="1012639"/>
                  </a:lnTo>
                  <a:lnTo>
                    <a:pt x="1563405" y="903425"/>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1" name="Google Shape;1176;p46">
              <a:extLst>
                <a:ext uri="{FF2B5EF4-FFF2-40B4-BE49-F238E27FC236}">
                  <a16:creationId xmlns="" xmlns:a16="http://schemas.microsoft.com/office/drawing/2014/main" id="{DB85EE08-57AA-304F-9281-620E4F00D77F}"/>
                </a:ext>
              </a:extLst>
            </p:cNvPr>
            <p:cNvSpPr/>
            <p:nvPr/>
          </p:nvSpPr>
          <p:spPr>
            <a:xfrm>
              <a:off x="7206986" y="4270200"/>
              <a:ext cx="27127" cy="40368"/>
            </a:xfrm>
            <a:custGeom>
              <a:avLst/>
              <a:gdLst/>
              <a:ahLst/>
              <a:cxnLst/>
              <a:rect l="l" t="t" r="r" b="b"/>
              <a:pathLst>
                <a:path w="271268" h="403680" extrusionOk="0">
                  <a:moveTo>
                    <a:pt x="0" y="123544"/>
                  </a:moveTo>
                  <a:cubicBezTo>
                    <a:pt x="0" y="226333"/>
                    <a:pt x="60995" y="344381"/>
                    <a:pt x="135634" y="387745"/>
                  </a:cubicBezTo>
                  <a:cubicBezTo>
                    <a:pt x="210273" y="431110"/>
                    <a:pt x="271268" y="382927"/>
                    <a:pt x="271268" y="280137"/>
                  </a:cubicBezTo>
                  <a:cubicBezTo>
                    <a:pt x="271268" y="177347"/>
                    <a:pt x="210273" y="59300"/>
                    <a:pt x="135634" y="15935"/>
                  </a:cubicBezTo>
                  <a:cubicBezTo>
                    <a:pt x="60995" y="-27429"/>
                    <a:pt x="0" y="20754"/>
                    <a:pt x="0" y="123544"/>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2" name="Google Shape;1177;p46">
              <a:extLst>
                <a:ext uri="{FF2B5EF4-FFF2-40B4-BE49-F238E27FC236}">
                  <a16:creationId xmlns="" xmlns:a16="http://schemas.microsoft.com/office/drawing/2014/main" id="{C5EFC99A-B8D7-484E-85C4-BC9519430A52}"/>
                </a:ext>
              </a:extLst>
            </p:cNvPr>
            <p:cNvSpPr/>
            <p:nvPr/>
          </p:nvSpPr>
          <p:spPr>
            <a:xfrm>
              <a:off x="7358065" y="4552792"/>
              <a:ext cx="238925" cy="262515"/>
            </a:xfrm>
            <a:custGeom>
              <a:avLst/>
              <a:gdLst/>
              <a:ahLst/>
              <a:cxnLst/>
              <a:rect l="l" t="t" r="r" b="b"/>
              <a:pathLst>
                <a:path w="2389248" h="2625152" extrusionOk="0">
                  <a:moveTo>
                    <a:pt x="0" y="0"/>
                  </a:moveTo>
                  <a:lnTo>
                    <a:pt x="2388447" y="1379630"/>
                  </a:lnTo>
                  <a:lnTo>
                    <a:pt x="2389249" y="2625153"/>
                  </a:lnTo>
                  <a:lnTo>
                    <a:pt x="211076" y="1367585"/>
                  </a:lnTo>
                  <a:lnTo>
                    <a:pt x="803" y="1436647"/>
                  </a:lnTo>
                  <a:lnTo>
                    <a:pt x="0" y="0"/>
                  </a:lnTo>
                  <a:close/>
                </a:path>
              </a:pathLst>
            </a:custGeom>
            <a:gradFill>
              <a:gsLst>
                <a:gs pos="0">
                  <a:srgbClr val="FFFFFF">
                    <a:alpha val="29803"/>
                    <a:alpha val="29800"/>
                  </a:srgbClr>
                </a:gs>
                <a:gs pos="99000">
                  <a:srgbClr val="FFFFFF">
                    <a:alpha val="0"/>
                  </a:srgbClr>
                </a:gs>
              </a:gsLst>
              <a:lin ang="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3" name="Google Shape;1178;p46">
              <a:extLst>
                <a:ext uri="{FF2B5EF4-FFF2-40B4-BE49-F238E27FC236}">
                  <a16:creationId xmlns="" xmlns:a16="http://schemas.microsoft.com/office/drawing/2014/main" id="{17F6C43F-8D1C-C94E-B682-D8A2B4723403}"/>
                </a:ext>
              </a:extLst>
            </p:cNvPr>
            <p:cNvSpPr/>
            <p:nvPr/>
          </p:nvSpPr>
          <p:spPr>
            <a:xfrm>
              <a:off x="7419281" y="4618458"/>
              <a:ext cx="52327" cy="41116"/>
            </a:xfrm>
            <a:custGeom>
              <a:avLst/>
              <a:gdLst/>
              <a:ahLst/>
              <a:cxnLst/>
              <a:rect l="l" t="t" r="r" b="b"/>
              <a:pathLst>
                <a:path w="523275" h="411158" extrusionOk="0">
                  <a:moveTo>
                    <a:pt x="0" y="0"/>
                  </a:moveTo>
                  <a:lnTo>
                    <a:pt x="523275" y="301945"/>
                  </a:lnTo>
                  <a:lnTo>
                    <a:pt x="523275" y="411159"/>
                  </a:lnTo>
                  <a:lnTo>
                    <a:pt x="0" y="109214"/>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4" name="Google Shape;1179;p46">
              <a:extLst>
                <a:ext uri="{FF2B5EF4-FFF2-40B4-BE49-F238E27FC236}">
                  <a16:creationId xmlns="" xmlns:a16="http://schemas.microsoft.com/office/drawing/2014/main" id="{8239D188-FF10-B144-BBCA-B1C91E8B82D2}"/>
                </a:ext>
              </a:extLst>
            </p:cNvPr>
            <p:cNvSpPr/>
            <p:nvPr/>
          </p:nvSpPr>
          <p:spPr>
            <a:xfrm>
              <a:off x="7419281" y="4640240"/>
              <a:ext cx="94462" cy="65448"/>
            </a:xfrm>
            <a:custGeom>
              <a:avLst/>
              <a:gdLst/>
              <a:ahLst/>
              <a:cxnLst/>
              <a:rect l="l" t="t" r="r" b="b"/>
              <a:pathLst>
                <a:path w="944624" h="654481" extrusionOk="0">
                  <a:moveTo>
                    <a:pt x="0" y="0"/>
                  </a:moveTo>
                  <a:lnTo>
                    <a:pt x="944624" y="545267"/>
                  </a:lnTo>
                  <a:lnTo>
                    <a:pt x="944624" y="654481"/>
                  </a:lnTo>
                  <a:lnTo>
                    <a:pt x="0" y="109214"/>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5" name="Google Shape;1180;p46">
              <a:extLst>
                <a:ext uri="{FF2B5EF4-FFF2-40B4-BE49-F238E27FC236}">
                  <a16:creationId xmlns="" xmlns:a16="http://schemas.microsoft.com/office/drawing/2014/main" id="{F103420C-D8B8-3B4C-BE84-631DD6D8C9B9}"/>
                </a:ext>
              </a:extLst>
            </p:cNvPr>
            <p:cNvSpPr/>
            <p:nvPr/>
          </p:nvSpPr>
          <p:spPr>
            <a:xfrm>
              <a:off x="7419281" y="4662102"/>
              <a:ext cx="122231" cy="81509"/>
            </a:xfrm>
            <a:custGeom>
              <a:avLst/>
              <a:gdLst/>
              <a:ahLst/>
              <a:cxnLst/>
              <a:rect l="l" t="t" r="r" b="b"/>
              <a:pathLst>
                <a:path w="1222313" h="815090" extrusionOk="0">
                  <a:moveTo>
                    <a:pt x="0" y="0"/>
                  </a:moveTo>
                  <a:lnTo>
                    <a:pt x="1222313" y="705876"/>
                  </a:lnTo>
                  <a:lnTo>
                    <a:pt x="1222313" y="815090"/>
                  </a:lnTo>
                  <a:lnTo>
                    <a:pt x="0" y="109214"/>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6" name="Google Shape;1181;p46">
              <a:extLst>
                <a:ext uri="{FF2B5EF4-FFF2-40B4-BE49-F238E27FC236}">
                  <a16:creationId xmlns="" xmlns:a16="http://schemas.microsoft.com/office/drawing/2014/main" id="{13CE0265-F5AC-B742-9206-C9DA29FF50A9}"/>
                </a:ext>
              </a:extLst>
            </p:cNvPr>
            <p:cNvSpPr/>
            <p:nvPr/>
          </p:nvSpPr>
          <p:spPr>
            <a:xfrm>
              <a:off x="7379431" y="4594446"/>
              <a:ext cx="27127" cy="40368"/>
            </a:xfrm>
            <a:custGeom>
              <a:avLst/>
              <a:gdLst/>
              <a:ahLst/>
              <a:cxnLst/>
              <a:rect l="l" t="t" r="r" b="b"/>
              <a:pathLst>
                <a:path w="271268" h="403680" extrusionOk="0">
                  <a:moveTo>
                    <a:pt x="271268" y="280137"/>
                  </a:moveTo>
                  <a:cubicBezTo>
                    <a:pt x="271268" y="382927"/>
                    <a:pt x="210273" y="431109"/>
                    <a:pt x="135634" y="387745"/>
                  </a:cubicBezTo>
                  <a:cubicBezTo>
                    <a:pt x="60995" y="344381"/>
                    <a:pt x="0" y="226333"/>
                    <a:pt x="0" y="123544"/>
                  </a:cubicBezTo>
                  <a:cubicBezTo>
                    <a:pt x="0" y="20754"/>
                    <a:pt x="60995" y="-27429"/>
                    <a:pt x="135634" y="15935"/>
                  </a:cubicBezTo>
                  <a:cubicBezTo>
                    <a:pt x="210273" y="59300"/>
                    <a:pt x="270466" y="177348"/>
                    <a:pt x="271268" y="280137"/>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7" name="Google Shape;1182;p46">
              <a:extLst>
                <a:ext uri="{FF2B5EF4-FFF2-40B4-BE49-F238E27FC236}">
                  <a16:creationId xmlns="" xmlns:a16="http://schemas.microsoft.com/office/drawing/2014/main" id="{D7467D72-ACF1-564E-9A83-E042225F0309}"/>
                </a:ext>
              </a:extLst>
            </p:cNvPr>
            <p:cNvSpPr/>
            <p:nvPr/>
          </p:nvSpPr>
          <p:spPr>
            <a:xfrm>
              <a:off x="7242195" y="4530298"/>
              <a:ext cx="67095" cy="91494"/>
            </a:xfrm>
            <a:custGeom>
              <a:avLst/>
              <a:gdLst/>
              <a:ahLst/>
              <a:cxnLst/>
              <a:rect l="l" t="t" r="r" b="b"/>
              <a:pathLst>
                <a:path w="670948" h="914939" extrusionOk="0">
                  <a:moveTo>
                    <a:pt x="335474" y="11956"/>
                  </a:moveTo>
                  <a:cubicBezTo>
                    <a:pt x="383628" y="39259"/>
                    <a:pt x="422152" y="106715"/>
                    <a:pt x="422152" y="162125"/>
                  </a:cubicBezTo>
                  <a:lnTo>
                    <a:pt x="422152" y="407054"/>
                  </a:lnTo>
                  <a:lnTo>
                    <a:pt x="584270" y="500207"/>
                  </a:lnTo>
                  <a:cubicBezTo>
                    <a:pt x="632425" y="527511"/>
                    <a:pt x="670948" y="594966"/>
                    <a:pt x="670948" y="650376"/>
                  </a:cubicBezTo>
                  <a:cubicBezTo>
                    <a:pt x="670948" y="705786"/>
                    <a:pt x="632425" y="728272"/>
                    <a:pt x="584270" y="700968"/>
                  </a:cubicBezTo>
                  <a:lnTo>
                    <a:pt x="422152" y="607815"/>
                  </a:lnTo>
                  <a:lnTo>
                    <a:pt x="422152" y="852744"/>
                  </a:lnTo>
                  <a:cubicBezTo>
                    <a:pt x="422152" y="908153"/>
                    <a:pt x="383628" y="930639"/>
                    <a:pt x="335474" y="903335"/>
                  </a:cubicBezTo>
                  <a:cubicBezTo>
                    <a:pt x="287320" y="876032"/>
                    <a:pt x="248797" y="808576"/>
                    <a:pt x="248797" y="753166"/>
                  </a:cubicBezTo>
                  <a:lnTo>
                    <a:pt x="248797" y="508237"/>
                  </a:lnTo>
                  <a:lnTo>
                    <a:pt x="86677" y="415084"/>
                  </a:lnTo>
                  <a:cubicBezTo>
                    <a:pt x="38523" y="387781"/>
                    <a:pt x="0" y="320325"/>
                    <a:pt x="0" y="264915"/>
                  </a:cubicBezTo>
                  <a:cubicBezTo>
                    <a:pt x="0" y="209505"/>
                    <a:pt x="38523" y="187020"/>
                    <a:pt x="86677" y="214323"/>
                  </a:cubicBezTo>
                  <a:lnTo>
                    <a:pt x="248797" y="307476"/>
                  </a:lnTo>
                  <a:lnTo>
                    <a:pt x="248797" y="62548"/>
                  </a:lnTo>
                  <a:cubicBezTo>
                    <a:pt x="247994" y="7138"/>
                    <a:pt x="287320" y="-16151"/>
                    <a:pt x="335474" y="11956"/>
                  </a:cubicBezTo>
                  <a:close/>
                </a:path>
              </a:pathLst>
            </a:custGeom>
            <a:gradFill>
              <a:gsLst>
                <a:gs pos="0">
                  <a:srgbClr val="FFFFFF">
                    <a:alpha val="29803"/>
                    <a:alpha val="29800"/>
                  </a:srgbClr>
                </a:gs>
                <a:gs pos="100000">
                  <a:srgbClr val="FFFFFF">
                    <a:alpha val="0"/>
                  </a:srgbClr>
                </a:gs>
              </a:gsLst>
              <a:lin ang="540070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8" name="Google Shape;1183;p46">
              <a:extLst>
                <a:ext uri="{FF2B5EF4-FFF2-40B4-BE49-F238E27FC236}">
                  <a16:creationId xmlns="" xmlns:a16="http://schemas.microsoft.com/office/drawing/2014/main" id="{0823111E-A1B1-8046-B70A-000E2CE8F7DD}"/>
                </a:ext>
              </a:extLst>
            </p:cNvPr>
            <p:cNvSpPr/>
            <p:nvPr/>
          </p:nvSpPr>
          <p:spPr>
            <a:xfrm>
              <a:off x="7304559" y="4297072"/>
              <a:ext cx="70592" cy="94782"/>
            </a:xfrm>
            <a:custGeom>
              <a:avLst/>
              <a:gdLst/>
              <a:ahLst/>
              <a:cxnLst/>
              <a:rect l="l" t="t" r="r" b="b"/>
              <a:pathLst>
                <a:path w="705920" h="947817" extrusionOk="0">
                  <a:moveTo>
                    <a:pt x="352852" y="947818"/>
                  </a:moveTo>
                  <a:cubicBezTo>
                    <a:pt x="-335753" y="51620"/>
                    <a:pt x="162642" y="-272810"/>
                    <a:pt x="352852" y="252381"/>
                  </a:cubicBezTo>
                  <a:cubicBezTo>
                    <a:pt x="543863" y="-49564"/>
                    <a:pt x="1041456" y="855467"/>
                    <a:pt x="352852" y="947818"/>
                  </a:cubicBez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6159" y="536198"/>
            <a:ext cx="4576344" cy="4380404"/>
          </a:xfrm>
          <a:prstGeom prst="rect">
            <a:avLst/>
          </a:prstGeom>
        </p:spPr>
      </p:pic>
      <p:sp>
        <p:nvSpPr>
          <p:cNvPr id="72" name="Google Shape;72;p11"/>
          <p:cNvSpPr txBox="1">
            <a:spLocks noGrp="1"/>
          </p:cNvSpPr>
          <p:nvPr>
            <p:ph type="ctrTitle"/>
          </p:nvPr>
        </p:nvSpPr>
        <p:spPr>
          <a:xfrm>
            <a:off x="684160" y="1256478"/>
            <a:ext cx="5098273" cy="2678472"/>
          </a:xfrm>
          <a:prstGeom prst="rect">
            <a:avLst/>
          </a:prstGeom>
        </p:spPr>
        <p:txBody>
          <a:bodyPr spcFirstLastPara="1" wrap="square" lIns="0" tIns="0" rIns="0" bIns="0" anchor="ctr" anchorCtr="0">
            <a:noAutofit/>
          </a:bodyPr>
          <a:lstStyle/>
          <a:p>
            <a:pPr lvl="0"/>
            <a:r>
              <a:rPr lang="en-US" dirty="0" smtClean="0">
                <a:solidFill>
                  <a:schemeClr val="accent1"/>
                </a:solidFill>
              </a:rPr>
              <a:t>CONCLUSION</a:t>
            </a:r>
            <a:endParaRPr lang="en-US" dirty="0">
              <a:solidFill>
                <a:schemeClr val="accent1"/>
              </a:solidFill>
            </a:endParaRPr>
          </a:p>
        </p:txBody>
      </p:sp>
    </p:spTree>
    <p:extLst>
      <p:ext uri="{BB962C8B-B14F-4D97-AF65-F5344CB8AC3E}">
        <p14:creationId xmlns:p14="http://schemas.microsoft.com/office/powerpoint/2010/main" val="30870042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0"/>
        <p:cNvGrpSpPr/>
        <p:nvPr/>
      </p:nvGrpSpPr>
      <p:grpSpPr>
        <a:xfrm>
          <a:off x="0" y="0"/>
          <a:ext cx="0" cy="0"/>
          <a:chOff x="0" y="0"/>
          <a:chExt cx="0" cy="0"/>
        </a:xfrm>
      </p:grpSpPr>
      <p:sp>
        <p:nvSpPr>
          <p:cNvPr id="281" name="Google Shape;281;p21"/>
          <p:cNvSpPr txBox="1">
            <a:spLocks noGrp="1"/>
          </p:cNvSpPr>
          <p:nvPr>
            <p:ph type="title" idx="4294967295"/>
          </p:nvPr>
        </p:nvSpPr>
        <p:spPr>
          <a:xfrm>
            <a:off x="855300" y="1881750"/>
            <a:ext cx="4164032" cy="1380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b="0" dirty="0" smtClean="0">
                <a:solidFill>
                  <a:schemeClr val="accent2"/>
                </a:solidFill>
              </a:rPr>
              <a:t>ANY QUESTION?</a:t>
            </a:r>
            <a:endParaRPr b="0" dirty="0">
              <a:solidFill>
                <a:schemeClr val="accent2"/>
              </a:solidFill>
            </a:endParaRPr>
          </a:p>
          <a:p>
            <a:pPr lvl="0"/>
            <a:r>
              <a:rPr lang="en-US" dirty="0" smtClean="0"/>
              <a:t>WE WILL TRY AS MUCH AS POSSIBLE.</a:t>
            </a:r>
            <a:endParaRPr lang="en-US" dirty="0"/>
          </a:p>
        </p:txBody>
      </p:sp>
      <p:sp>
        <p:nvSpPr>
          <p:cNvPr id="282" name="Google Shape;282;p21"/>
          <p:cNvSpPr txBox="1">
            <a:spLocks noGrp="1"/>
          </p:cNvSpPr>
          <p:nvPr>
            <p:ph type="sldNum" idx="12"/>
          </p:nvPr>
        </p:nvSpPr>
        <p:spPr>
          <a:xfrm>
            <a:off x="8693400" y="4749850"/>
            <a:ext cx="450600" cy="3471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16</a:t>
            </a:fld>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0" name="Google Shape;469;p33"/>
          <p:cNvSpPr txBox="1">
            <a:spLocks/>
          </p:cNvSpPr>
          <p:nvPr/>
        </p:nvSpPr>
        <p:spPr>
          <a:xfrm>
            <a:off x="855300" y="1991850"/>
            <a:ext cx="2606700" cy="11598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1pPr>
            <a:lvl2pPr marR="0" lvl="1"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2pPr>
            <a:lvl3pPr marR="0" lvl="2"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3pPr>
            <a:lvl4pPr marR="0" lvl="3"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4pPr>
            <a:lvl5pPr marR="0" lvl="4"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5pPr>
            <a:lvl6pPr marR="0" lvl="5"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6pPr>
            <a:lvl7pPr marR="0" lvl="6"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7pPr>
            <a:lvl8pPr marR="0" lvl="7"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8pPr>
            <a:lvl9pPr marR="0" lvl="8" algn="l" rtl="0">
              <a:lnSpc>
                <a:spcPct val="90000"/>
              </a:lnSpc>
              <a:spcBef>
                <a:spcPts val="0"/>
              </a:spcBef>
              <a:spcAft>
                <a:spcPts val="0"/>
              </a:spcAft>
              <a:buClr>
                <a:schemeClr val="accent1"/>
              </a:buClr>
              <a:buSzPts val="2400"/>
              <a:buFont typeface="Barlow"/>
              <a:buNone/>
              <a:defRPr sz="2400" b="1" i="0" u="none" strike="noStrike" cap="none">
                <a:solidFill>
                  <a:schemeClr val="accent1"/>
                </a:solidFill>
                <a:latin typeface="Barlow"/>
                <a:ea typeface="Barlow"/>
                <a:cs typeface="Barlow"/>
                <a:sym typeface="Barlow"/>
              </a:defRPr>
            </a:lvl9pPr>
          </a:lstStyle>
          <a:p>
            <a:r>
              <a:rPr lang="en-US" sz="4800" smtClean="0"/>
              <a:t>THANKS!</a:t>
            </a:r>
            <a:endParaRPr lang="en-US" sz="4800" dirty="0"/>
          </a:p>
        </p:txBody>
      </p:sp>
      <p:grpSp>
        <p:nvGrpSpPr>
          <p:cNvPr id="31" name="Grupo 12">
            <a:extLst>
              <a:ext uri="{FF2B5EF4-FFF2-40B4-BE49-F238E27FC236}">
                <a16:creationId xmlns="" xmlns:a16="http://schemas.microsoft.com/office/drawing/2014/main" id="{5CBB4691-7B3E-6C47-9912-8CBF78A5DAFD}"/>
              </a:ext>
            </a:extLst>
          </p:cNvPr>
          <p:cNvGrpSpPr/>
          <p:nvPr/>
        </p:nvGrpSpPr>
        <p:grpSpPr>
          <a:xfrm>
            <a:off x="4922687" y="766996"/>
            <a:ext cx="3637894" cy="3609508"/>
            <a:chOff x="2352886" y="3223710"/>
            <a:chExt cx="689484" cy="684104"/>
          </a:xfrm>
        </p:grpSpPr>
        <p:sp>
          <p:nvSpPr>
            <p:cNvPr id="32" name="Google Shape;1115;p46"/>
            <p:cNvSpPr/>
            <p:nvPr/>
          </p:nvSpPr>
          <p:spPr>
            <a:xfrm>
              <a:off x="2671578" y="3223710"/>
              <a:ext cx="322245" cy="427853"/>
            </a:xfrm>
            <a:custGeom>
              <a:avLst/>
              <a:gdLst/>
              <a:ahLst/>
              <a:cxnLst/>
              <a:rect l="l" t="t" r="r" b="b"/>
              <a:pathLst>
                <a:path w="3222446" h="4278528" extrusionOk="0">
                  <a:moveTo>
                    <a:pt x="1610514" y="4278529"/>
                  </a:moveTo>
                  <a:cubicBezTo>
                    <a:pt x="-1531820" y="230636"/>
                    <a:pt x="741101" y="-1231103"/>
                    <a:pt x="1611443" y="1140390"/>
                  </a:cubicBezTo>
                  <a:cubicBezTo>
                    <a:pt x="2481785" y="-226564"/>
                    <a:pt x="4754705" y="3861287"/>
                    <a:pt x="1610514" y="4278529"/>
                  </a:cubicBezTo>
                  <a:close/>
                </a:path>
              </a:pathLst>
            </a:custGeom>
            <a:solidFill>
              <a:srgbClr val="FFFFFF">
                <a:alpha val="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3" name="Google Shape;1116;p46"/>
            <p:cNvSpPr/>
            <p:nvPr/>
          </p:nvSpPr>
          <p:spPr>
            <a:xfrm>
              <a:off x="2641942" y="3260777"/>
              <a:ext cx="322245" cy="427853"/>
            </a:xfrm>
            <a:custGeom>
              <a:avLst/>
              <a:gdLst/>
              <a:ahLst/>
              <a:cxnLst/>
              <a:rect l="l" t="t" r="r" b="b"/>
              <a:pathLst>
                <a:path w="3222446" h="4278528" extrusionOk="0">
                  <a:moveTo>
                    <a:pt x="1610514" y="4278529"/>
                  </a:moveTo>
                  <a:cubicBezTo>
                    <a:pt x="-1531820" y="230636"/>
                    <a:pt x="741101" y="-1231103"/>
                    <a:pt x="1611443" y="1140389"/>
                  </a:cubicBezTo>
                  <a:cubicBezTo>
                    <a:pt x="2481785" y="-226564"/>
                    <a:pt x="4754705" y="3861287"/>
                    <a:pt x="1610514" y="4278529"/>
                  </a:cubicBezTo>
                  <a:close/>
                </a:path>
              </a:pathLst>
            </a:custGeom>
            <a:gradFill>
              <a:gsLst>
                <a:gs pos="0">
                  <a:srgbClr val="FFFFFF">
                    <a:alpha val="40000"/>
                  </a:srgbClr>
                </a:gs>
                <a:gs pos="100000">
                  <a:srgbClr val="FFFFFF">
                    <a:alpha val="10000"/>
                  </a:srgbClr>
                </a:gs>
              </a:gsLst>
              <a:lin ang="6600474"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4" name="Google Shape;1117;p46"/>
            <p:cNvSpPr/>
            <p:nvPr/>
          </p:nvSpPr>
          <p:spPr>
            <a:xfrm>
              <a:off x="2404193" y="3508860"/>
              <a:ext cx="77653" cy="105892"/>
            </a:xfrm>
            <a:custGeom>
              <a:avLst/>
              <a:gdLst/>
              <a:ahLst/>
              <a:cxnLst/>
              <a:rect l="l" t="t" r="r" b="b"/>
              <a:pathLst>
                <a:path w="776527" h="1058917" extrusionOk="0">
                  <a:moveTo>
                    <a:pt x="388264" y="14002"/>
                  </a:moveTo>
                  <a:cubicBezTo>
                    <a:pt x="443995" y="45597"/>
                    <a:pt x="488580" y="123656"/>
                    <a:pt x="488580" y="187775"/>
                  </a:cubicBezTo>
                  <a:lnTo>
                    <a:pt x="488580" y="471202"/>
                  </a:lnTo>
                  <a:lnTo>
                    <a:pt x="676210" y="578997"/>
                  </a:lnTo>
                  <a:cubicBezTo>
                    <a:pt x="731942" y="610593"/>
                    <a:pt x="776527" y="688651"/>
                    <a:pt x="776527" y="752770"/>
                  </a:cubicBezTo>
                  <a:cubicBezTo>
                    <a:pt x="776527" y="816890"/>
                    <a:pt x="731942" y="842910"/>
                    <a:pt x="676210" y="811315"/>
                  </a:cubicBezTo>
                  <a:lnTo>
                    <a:pt x="488580" y="703519"/>
                  </a:lnTo>
                  <a:lnTo>
                    <a:pt x="488580" y="986946"/>
                  </a:lnTo>
                  <a:cubicBezTo>
                    <a:pt x="488580" y="1051066"/>
                    <a:pt x="443995" y="1077085"/>
                    <a:pt x="388264" y="1045490"/>
                  </a:cubicBezTo>
                  <a:cubicBezTo>
                    <a:pt x="332532" y="1013895"/>
                    <a:pt x="287947" y="935836"/>
                    <a:pt x="287947" y="871717"/>
                  </a:cubicBezTo>
                  <a:lnTo>
                    <a:pt x="287947" y="588290"/>
                  </a:lnTo>
                  <a:lnTo>
                    <a:pt x="100317" y="480495"/>
                  </a:lnTo>
                  <a:cubicBezTo>
                    <a:pt x="44585" y="448900"/>
                    <a:pt x="0" y="370841"/>
                    <a:pt x="0" y="306722"/>
                  </a:cubicBezTo>
                  <a:cubicBezTo>
                    <a:pt x="0" y="242602"/>
                    <a:pt x="44585" y="216583"/>
                    <a:pt x="100317" y="248178"/>
                  </a:cubicBezTo>
                  <a:lnTo>
                    <a:pt x="287947" y="355973"/>
                  </a:lnTo>
                  <a:lnTo>
                    <a:pt x="287947" y="72546"/>
                  </a:lnTo>
                  <a:cubicBezTo>
                    <a:pt x="287947" y="7497"/>
                    <a:pt x="332532" y="-18522"/>
                    <a:pt x="388264" y="14002"/>
                  </a:cubicBezTo>
                  <a:close/>
                </a:path>
              </a:pathLst>
            </a:custGeom>
            <a:gradFill>
              <a:gsLst>
                <a:gs pos="0">
                  <a:srgbClr val="FFFFFF">
                    <a:alpha val="29803"/>
                    <a:alpha val="29800"/>
                  </a:srgbClr>
                </a:gs>
                <a:gs pos="100000">
                  <a:srgbClr val="FFFFFF">
                    <a:alpha val="0"/>
                  </a:srgbClr>
                </a:gs>
              </a:gsLst>
              <a:lin ang="540070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5" name="Google Shape;1118;p46"/>
            <p:cNvSpPr/>
            <p:nvPr/>
          </p:nvSpPr>
          <p:spPr>
            <a:xfrm>
              <a:off x="2519217" y="3480695"/>
              <a:ext cx="173604" cy="422074"/>
            </a:xfrm>
            <a:custGeom>
              <a:avLst/>
              <a:gdLst/>
              <a:ahLst/>
              <a:cxnLst/>
              <a:rect l="l" t="t" r="r" b="b"/>
              <a:pathLst>
                <a:path w="1736039" h="4220736" extrusionOk="0">
                  <a:moveTo>
                    <a:pt x="0" y="0"/>
                  </a:moveTo>
                  <a:lnTo>
                    <a:pt x="1736039" y="1002680"/>
                  </a:lnTo>
                  <a:lnTo>
                    <a:pt x="1736039" y="4220737"/>
                  </a:lnTo>
                  <a:lnTo>
                    <a:pt x="0" y="3217127"/>
                  </a:lnTo>
                  <a:lnTo>
                    <a:pt x="0" y="0"/>
                  </a:lnTo>
                  <a:lnTo>
                    <a:pt x="0" y="0"/>
                  </a:lnTo>
                  <a:close/>
                </a:path>
              </a:pathLst>
            </a:custGeom>
            <a:gradFill>
              <a:gsLst>
                <a:gs pos="0">
                  <a:srgbClr val="FFFFFF">
                    <a:alpha val="29803"/>
                    <a:alpha val="29800"/>
                  </a:srgbClr>
                </a:gs>
                <a:gs pos="100000">
                  <a:srgbClr val="FFFFFF">
                    <a:alpha val="0"/>
                  </a:srgbClr>
                </a:gs>
              </a:gsLst>
              <a:lin ang="540070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6" name="Google Shape;1119;p46"/>
            <p:cNvSpPr/>
            <p:nvPr/>
          </p:nvSpPr>
          <p:spPr>
            <a:xfrm>
              <a:off x="2536258" y="3671128"/>
              <a:ext cx="139422" cy="93113"/>
            </a:xfrm>
            <a:custGeom>
              <a:avLst/>
              <a:gdLst/>
              <a:ahLst/>
              <a:cxnLst/>
              <a:rect l="l" t="t" r="r" b="b"/>
              <a:pathLst>
                <a:path w="1394218" h="931126" extrusionOk="0">
                  <a:moveTo>
                    <a:pt x="0" y="0"/>
                  </a:moveTo>
                  <a:lnTo>
                    <a:pt x="1394219" y="804746"/>
                  </a:lnTo>
                  <a:lnTo>
                    <a:pt x="1394219" y="931127"/>
                  </a:lnTo>
                  <a:lnTo>
                    <a:pt x="0" y="126381"/>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7" name="Google Shape;1120;p46"/>
            <p:cNvSpPr/>
            <p:nvPr/>
          </p:nvSpPr>
          <p:spPr>
            <a:xfrm>
              <a:off x="2545983" y="3701060"/>
              <a:ext cx="119916" cy="81868"/>
            </a:xfrm>
            <a:custGeom>
              <a:avLst/>
              <a:gdLst/>
              <a:ahLst/>
              <a:cxnLst/>
              <a:rect l="l" t="t" r="r" b="b"/>
              <a:pathLst>
                <a:path w="1199158" h="818685" extrusionOk="0">
                  <a:moveTo>
                    <a:pt x="0" y="0"/>
                  </a:moveTo>
                  <a:lnTo>
                    <a:pt x="1199158" y="692305"/>
                  </a:lnTo>
                  <a:lnTo>
                    <a:pt x="1199158" y="818686"/>
                  </a:lnTo>
                  <a:lnTo>
                    <a:pt x="0" y="126381"/>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8" name="Google Shape;1121;p46"/>
            <p:cNvSpPr/>
            <p:nvPr/>
          </p:nvSpPr>
          <p:spPr>
            <a:xfrm>
              <a:off x="2476060" y="3691978"/>
              <a:ext cx="120752" cy="105751"/>
            </a:xfrm>
            <a:custGeom>
              <a:avLst/>
              <a:gdLst/>
              <a:ahLst/>
              <a:cxnLst/>
              <a:rect l="l" t="t" r="r" b="b"/>
              <a:pathLst>
                <a:path w="1207518" h="1057507" extrusionOk="0">
                  <a:moveTo>
                    <a:pt x="1207518" y="697880"/>
                  </a:moveTo>
                  <a:lnTo>
                    <a:pt x="0" y="0"/>
                  </a:lnTo>
                  <a:lnTo>
                    <a:pt x="0" y="359627"/>
                  </a:lnTo>
                  <a:lnTo>
                    <a:pt x="1207518" y="1057507"/>
                  </a:lnTo>
                  <a:lnTo>
                    <a:pt x="1207518" y="697880"/>
                  </a:lnTo>
                  <a:close/>
                </a:path>
              </a:pathLst>
            </a:custGeom>
            <a:gradFill>
              <a:gsLst>
                <a:gs pos="0">
                  <a:schemeClr val="accent1"/>
                </a:gs>
                <a:gs pos="100000">
                  <a:schemeClr val="accent2"/>
                </a:gs>
              </a:gsLst>
              <a:lin ang="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9" name="Google Shape;1122;p46"/>
            <p:cNvSpPr/>
            <p:nvPr/>
          </p:nvSpPr>
          <p:spPr>
            <a:xfrm>
              <a:off x="2585250" y="3564606"/>
              <a:ext cx="40313" cy="61146"/>
            </a:xfrm>
            <a:custGeom>
              <a:avLst/>
              <a:gdLst/>
              <a:ahLst/>
              <a:cxnLst/>
              <a:rect l="l" t="t" r="r" b="b"/>
              <a:pathLst>
                <a:path w="403125" h="611464" extrusionOk="0">
                  <a:moveTo>
                    <a:pt x="403125" y="423285"/>
                  </a:moveTo>
                  <a:cubicBezTo>
                    <a:pt x="403125" y="579402"/>
                    <a:pt x="313026" y="652814"/>
                    <a:pt x="201563" y="587765"/>
                  </a:cubicBezTo>
                  <a:cubicBezTo>
                    <a:pt x="90100" y="522716"/>
                    <a:pt x="0" y="344297"/>
                    <a:pt x="0" y="188180"/>
                  </a:cubicBezTo>
                  <a:cubicBezTo>
                    <a:pt x="0" y="32063"/>
                    <a:pt x="90100" y="-41350"/>
                    <a:pt x="201563" y="23699"/>
                  </a:cubicBezTo>
                  <a:cubicBezTo>
                    <a:pt x="313026" y="88748"/>
                    <a:pt x="403125" y="267167"/>
                    <a:pt x="403125" y="423285"/>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0" name="Google Shape;1123;p46"/>
            <p:cNvSpPr/>
            <p:nvPr/>
          </p:nvSpPr>
          <p:spPr>
            <a:xfrm>
              <a:off x="2570014" y="3631536"/>
              <a:ext cx="70782" cy="72390"/>
            </a:xfrm>
            <a:custGeom>
              <a:avLst/>
              <a:gdLst/>
              <a:ahLst/>
              <a:cxnLst/>
              <a:rect l="l" t="t" r="r" b="b"/>
              <a:pathLst>
                <a:path w="707821" h="723905" extrusionOk="0">
                  <a:moveTo>
                    <a:pt x="354375" y="42050"/>
                  </a:moveTo>
                  <a:cubicBezTo>
                    <a:pt x="175105" y="-62957"/>
                    <a:pt x="27417" y="35545"/>
                    <a:pt x="480" y="261357"/>
                  </a:cubicBezTo>
                  <a:cubicBezTo>
                    <a:pt x="-4165" y="300387"/>
                    <a:pt x="25559" y="352426"/>
                    <a:pt x="61784" y="372870"/>
                  </a:cubicBezTo>
                  <a:lnTo>
                    <a:pt x="646037" y="714840"/>
                  </a:lnTo>
                  <a:cubicBezTo>
                    <a:pt x="682263" y="736213"/>
                    <a:pt x="711987" y="718557"/>
                    <a:pt x="707342" y="674882"/>
                  </a:cubicBezTo>
                  <a:cubicBezTo>
                    <a:pt x="682263" y="417475"/>
                    <a:pt x="533645" y="146128"/>
                    <a:pt x="354375" y="42050"/>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 name="Google Shape;1124;p46"/>
            <p:cNvSpPr/>
            <p:nvPr/>
          </p:nvSpPr>
          <p:spPr>
            <a:xfrm>
              <a:off x="2735375" y="3604036"/>
              <a:ext cx="276522" cy="303778"/>
            </a:xfrm>
            <a:custGeom>
              <a:avLst/>
              <a:gdLst/>
              <a:ahLst/>
              <a:cxnLst/>
              <a:rect l="l" t="t" r="r" b="b"/>
              <a:pathLst>
                <a:path w="2765216" h="3037777" extrusionOk="0">
                  <a:moveTo>
                    <a:pt x="2765216" y="1596483"/>
                  </a:moveTo>
                  <a:lnTo>
                    <a:pt x="0" y="0"/>
                  </a:lnTo>
                  <a:lnTo>
                    <a:pt x="0" y="1441295"/>
                  </a:lnTo>
                  <a:lnTo>
                    <a:pt x="2765216" y="3037778"/>
                  </a:lnTo>
                  <a:lnTo>
                    <a:pt x="2765216" y="1596483"/>
                  </a:lnTo>
                  <a:close/>
                </a:path>
              </a:pathLst>
            </a:custGeom>
            <a:gradFill>
              <a:gsLst>
                <a:gs pos="0">
                  <a:srgbClr val="FFFFFF">
                    <a:alpha val="29803"/>
                    <a:alpha val="29800"/>
                  </a:srgbClr>
                </a:gs>
                <a:gs pos="100000">
                  <a:srgbClr val="FFFFFF">
                    <a:alpha val="0"/>
                  </a:srgbClr>
                </a:gs>
              </a:gsLst>
              <a:lin ang="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2" name="Google Shape;1125;p46"/>
            <p:cNvSpPr/>
            <p:nvPr/>
          </p:nvSpPr>
          <p:spPr>
            <a:xfrm>
              <a:off x="2824931" y="3706805"/>
              <a:ext cx="79603" cy="58637"/>
            </a:xfrm>
            <a:custGeom>
              <a:avLst/>
              <a:gdLst/>
              <a:ahLst/>
              <a:cxnLst/>
              <a:rect l="l" t="t" r="r" b="b"/>
              <a:pathLst>
                <a:path w="796033" h="586368" extrusionOk="0">
                  <a:moveTo>
                    <a:pt x="0" y="0"/>
                  </a:moveTo>
                  <a:lnTo>
                    <a:pt x="796033" y="459988"/>
                  </a:lnTo>
                  <a:lnTo>
                    <a:pt x="796033" y="586368"/>
                  </a:lnTo>
                  <a:lnTo>
                    <a:pt x="0" y="126380"/>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3" name="Google Shape;1126;p46"/>
            <p:cNvSpPr/>
            <p:nvPr/>
          </p:nvSpPr>
          <p:spPr>
            <a:xfrm>
              <a:off x="2824931" y="3730991"/>
              <a:ext cx="162458" cy="106401"/>
            </a:xfrm>
            <a:custGeom>
              <a:avLst/>
              <a:gdLst/>
              <a:ahLst/>
              <a:cxnLst/>
              <a:rect l="l" t="t" r="r" b="b"/>
              <a:pathLst>
                <a:path w="1624576" h="1064012" extrusionOk="0">
                  <a:moveTo>
                    <a:pt x="0" y="0"/>
                  </a:moveTo>
                  <a:lnTo>
                    <a:pt x="1624576" y="937632"/>
                  </a:lnTo>
                  <a:lnTo>
                    <a:pt x="1624576" y="1064012"/>
                  </a:lnTo>
                  <a:lnTo>
                    <a:pt x="0" y="126381"/>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4" name="Google Shape;1127;p46"/>
            <p:cNvSpPr/>
            <p:nvPr/>
          </p:nvSpPr>
          <p:spPr>
            <a:xfrm>
              <a:off x="2921618" y="3738498"/>
              <a:ext cx="120752" cy="105751"/>
            </a:xfrm>
            <a:custGeom>
              <a:avLst/>
              <a:gdLst/>
              <a:ahLst/>
              <a:cxnLst/>
              <a:rect l="l" t="t" r="r" b="b"/>
              <a:pathLst>
                <a:path w="1207518" h="1057507" extrusionOk="0">
                  <a:moveTo>
                    <a:pt x="1207518" y="697880"/>
                  </a:moveTo>
                  <a:lnTo>
                    <a:pt x="0" y="0"/>
                  </a:lnTo>
                  <a:lnTo>
                    <a:pt x="0" y="359627"/>
                  </a:lnTo>
                  <a:lnTo>
                    <a:pt x="1207518" y="1057507"/>
                  </a:lnTo>
                  <a:lnTo>
                    <a:pt x="1207518" y="697880"/>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5" name="Google Shape;1128;p46"/>
            <p:cNvSpPr/>
            <p:nvPr/>
          </p:nvSpPr>
          <p:spPr>
            <a:xfrm>
              <a:off x="2758991" y="3668614"/>
              <a:ext cx="41799" cy="62843"/>
            </a:xfrm>
            <a:custGeom>
              <a:avLst/>
              <a:gdLst/>
              <a:ahLst/>
              <a:cxnLst/>
              <a:rect l="l" t="t" r="r" b="b"/>
              <a:pathLst>
                <a:path w="417987" h="628427" extrusionOk="0">
                  <a:moveTo>
                    <a:pt x="417987" y="435019"/>
                  </a:moveTo>
                  <a:cubicBezTo>
                    <a:pt x="417987" y="594853"/>
                    <a:pt x="324172" y="671053"/>
                    <a:pt x="208994" y="604145"/>
                  </a:cubicBezTo>
                  <a:cubicBezTo>
                    <a:pt x="93815" y="537238"/>
                    <a:pt x="0" y="353243"/>
                    <a:pt x="0" y="193409"/>
                  </a:cubicBezTo>
                  <a:cubicBezTo>
                    <a:pt x="0" y="33575"/>
                    <a:pt x="93815" y="-42625"/>
                    <a:pt x="208994" y="24282"/>
                  </a:cubicBezTo>
                  <a:cubicBezTo>
                    <a:pt x="324172" y="91190"/>
                    <a:pt x="417987" y="275185"/>
                    <a:pt x="417987" y="435019"/>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6" name="Google Shape;1129;p46"/>
            <p:cNvSpPr/>
            <p:nvPr/>
          </p:nvSpPr>
          <p:spPr>
            <a:xfrm>
              <a:off x="2352886" y="3261165"/>
              <a:ext cx="276522" cy="303778"/>
            </a:xfrm>
            <a:custGeom>
              <a:avLst/>
              <a:gdLst/>
              <a:ahLst/>
              <a:cxnLst/>
              <a:rect l="l" t="t" r="r" b="b"/>
              <a:pathLst>
                <a:path w="2765216" h="3037778" extrusionOk="0">
                  <a:moveTo>
                    <a:pt x="2765216" y="1596483"/>
                  </a:moveTo>
                  <a:lnTo>
                    <a:pt x="0" y="0"/>
                  </a:lnTo>
                  <a:lnTo>
                    <a:pt x="0" y="1441295"/>
                  </a:lnTo>
                  <a:lnTo>
                    <a:pt x="2765216" y="3037778"/>
                  </a:lnTo>
                  <a:lnTo>
                    <a:pt x="2765216" y="1596483"/>
                  </a:lnTo>
                  <a:close/>
                </a:path>
              </a:pathLst>
            </a:custGeom>
            <a:gradFill>
              <a:gsLst>
                <a:gs pos="0">
                  <a:srgbClr val="FFFFFF">
                    <a:alpha val="29803"/>
                    <a:alpha val="29800"/>
                  </a:srgbClr>
                </a:gs>
                <a:gs pos="100000">
                  <a:srgbClr val="FFFFFF">
                    <a:alpha val="0"/>
                  </a:srgbClr>
                </a:gs>
              </a:gsLst>
              <a:lin ang="10801400"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7" name="Google Shape;1130;p46"/>
            <p:cNvSpPr/>
            <p:nvPr/>
          </p:nvSpPr>
          <p:spPr>
            <a:xfrm>
              <a:off x="2442534" y="3365046"/>
              <a:ext cx="135892" cy="91161"/>
            </a:xfrm>
            <a:custGeom>
              <a:avLst/>
              <a:gdLst/>
              <a:ahLst/>
              <a:cxnLst/>
              <a:rect l="l" t="t" r="r" b="b"/>
              <a:pathLst>
                <a:path w="1358922" h="911612" extrusionOk="0">
                  <a:moveTo>
                    <a:pt x="0" y="0"/>
                  </a:moveTo>
                  <a:lnTo>
                    <a:pt x="1358922" y="785232"/>
                  </a:lnTo>
                  <a:lnTo>
                    <a:pt x="1358922" y="911612"/>
                  </a:lnTo>
                  <a:lnTo>
                    <a:pt x="0" y="126381"/>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8" name="Google Shape;1131;p46"/>
            <p:cNvSpPr/>
            <p:nvPr/>
          </p:nvSpPr>
          <p:spPr>
            <a:xfrm>
              <a:off x="2442534" y="3389232"/>
              <a:ext cx="162458" cy="106401"/>
            </a:xfrm>
            <a:custGeom>
              <a:avLst/>
              <a:gdLst/>
              <a:ahLst/>
              <a:cxnLst/>
              <a:rect l="l" t="t" r="r" b="b"/>
              <a:pathLst>
                <a:path w="1624576" h="1064012" extrusionOk="0">
                  <a:moveTo>
                    <a:pt x="0" y="0"/>
                  </a:moveTo>
                  <a:lnTo>
                    <a:pt x="1624576" y="937632"/>
                  </a:lnTo>
                  <a:lnTo>
                    <a:pt x="1624576" y="1064012"/>
                  </a:lnTo>
                  <a:lnTo>
                    <a:pt x="0" y="126380"/>
                  </a:lnTo>
                  <a:lnTo>
                    <a:pt x="0" y="0"/>
                  </a:lnTo>
                  <a:close/>
                </a:path>
              </a:pathLst>
            </a:custGeom>
            <a:solidFill>
              <a:srgbClr val="FFFFFF">
                <a:alpha val="29800"/>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9" name="Google Shape;1132;p46"/>
            <p:cNvSpPr/>
            <p:nvPr/>
          </p:nvSpPr>
          <p:spPr>
            <a:xfrm>
              <a:off x="2376409" y="3325986"/>
              <a:ext cx="41892" cy="64677"/>
            </a:xfrm>
            <a:custGeom>
              <a:avLst/>
              <a:gdLst/>
              <a:ahLst/>
              <a:cxnLst/>
              <a:rect l="l" t="t" r="r" b="b"/>
              <a:pathLst>
                <a:path w="418915" h="646774" extrusionOk="0">
                  <a:moveTo>
                    <a:pt x="287018" y="106403"/>
                  </a:moveTo>
                  <a:cubicBezTo>
                    <a:pt x="287018" y="90606"/>
                    <a:pt x="275871" y="72020"/>
                    <a:pt x="262867" y="64586"/>
                  </a:cubicBezTo>
                  <a:lnTo>
                    <a:pt x="156048" y="3254"/>
                  </a:lnTo>
                  <a:cubicBezTo>
                    <a:pt x="143044" y="-4180"/>
                    <a:pt x="131898" y="1396"/>
                    <a:pt x="131898" y="17193"/>
                  </a:cubicBezTo>
                  <a:lnTo>
                    <a:pt x="131898" y="123130"/>
                  </a:lnTo>
                  <a:cubicBezTo>
                    <a:pt x="131898" y="144503"/>
                    <a:pt x="108677" y="158442"/>
                    <a:pt x="90099" y="147291"/>
                  </a:cubicBezTo>
                  <a:lnTo>
                    <a:pt x="24150" y="109191"/>
                  </a:lnTo>
                  <a:cubicBezTo>
                    <a:pt x="11146" y="101757"/>
                    <a:pt x="0" y="107332"/>
                    <a:pt x="0" y="123130"/>
                  </a:cubicBezTo>
                  <a:lnTo>
                    <a:pt x="0" y="282035"/>
                  </a:lnTo>
                  <a:cubicBezTo>
                    <a:pt x="0" y="297832"/>
                    <a:pt x="11146" y="316418"/>
                    <a:pt x="24150" y="323852"/>
                  </a:cubicBezTo>
                  <a:lnTo>
                    <a:pt x="117965" y="377749"/>
                  </a:lnTo>
                  <a:cubicBezTo>
                    <a:pt x="126325" y="382396"/>
                    <a:pt x="131898" y="391688"/>
                    <a:pt x="131898" y="401910"/>
                  </a:cubicBezTo>
                  <a:lnTo>
                    <a:pt x="131898" y="540371"/>
                  </a:lnTo>
                  <a:cubicBezTo>
                    <a:pt x="131898" y="556169"/>
                    <a:pt x="143044" y="574754"/>
                    <a:pt x="156048" y="582188"/>
                  </a:cubicBezTo>
                  <a:lnTo>
                    <a:pt x="262867" y="643520"/>
                  </a:lnTo>
                  <a:cubicBezTo>
                    <a:pt x="275871" y="650954"/>
                    <a:pt x="287018" y="645379"/>
                    <a:pt x="287018" y="629581"/>
                  </a:cubicBezTo>
                  <a:lnTo>
                    <a:pt x="287018" y="523644"/>
                  </a:lnTo>
                  <a:cubicBezTo>
                    <a:pt x="287018" y="502271"/>
                    <a:pt x="310239" y="488332"/>
                    <a:pt x="328816" y="499484"/>
                  </a:cubicBezTo>
                  <a:lnTo>
                    <a:pt x="394766" y="537584"/>
                  </a:lnTo>
                  <a:cubicBezTo>
                    <a:pt x="407770" y="545018"/>
                    <a:pt x="418916" y="539442"/>
                    <a:pt x="418916" y="523644"/>
                  </a:cubicBezTo>
                  <a:lnTo>
                    <a:pt x="418916" y="364740"/>
                  </a:lnTo>
                  <a:cubicBezTo>
                    <a:pt x="418916" y="348942"/>
                    <a:pt x="407770" y="330357"/>
                    <a:pt x="394766" y="322923"/>
                  </a:cubicBezTo>
                  <a:lnTo>
                    <a:pt x="300951" y="269025"/>
                  </a:lnTo>
                  <a:cubicBezTo>
                    <a:pt x="292591" y="264379"/>
                    <a:pt x="287018" y="255086"/>
                    <a:pt x="287018" y="244864"/>
                  </a:cubicBezTo>
                  <a:lnTo>
                    <a:pt x="287018" y="106403"/>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Minola template">
  <a:themeElements>
    <a:clrScheme name="Custom 347">
      <a:dk1>
        <a:srgbClr val="FFFFFF"/>
      </a:dk1>
      <a:lt1>
        <a:srgbClr val="0E0918"/>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1397</TotalTime>
  <Words>252</Words>
  <Application>Microsoft Office PowerPoint</Application>
  <PresentationFormat>On-screen Show (16:9)</PresentationFormat>
  <Paragraphs>85</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Calibri</vt:lpstr>
      <vt:lpstr>Barlow Light</vt:lpstr>
      <vt:lpstr>Wingdings</vt:lpstr>
      <vt:lpstr>Arial</vt:lpstr>
      <vt:lpstr>Barlow</vt:lpstr>
      <vt:lpstr>Minola template</vt:lpstr>
      <vt:lpstr>CONSTRUCTION SHOP MANAGEMENT SYSTEM</vt:lpstr>
      <vt:lpstr>PowerPoint Presentation</vt:lpstr>
      <vt:lpstr>        PROJECT          INTRODUCTION</vt:lpstr>
      <vt:lpstr>PowerPoint Presentation</vt:lpstr>
      <vt:lpstr>TOOLS</vt:lpstr>
      <vt:lpstr>PowerPoint Presentation</vt:lpstr>
      <vt:lpstr>MAIN MODULE</vt:lpstr>
      <vt:lpstr>SELLER</vt:lpstr>
      <vt:lpstr>EMPLOYEE</vt:lpstr>
      <vt:lpstr>CUSTOMER</vt:lpstr>
      <vt:lpstr>BRAND DEALERSHIP</vt:lpstr>
      <vt:lpstr>FEEDBACK</vt:lpstr>
      <vt:lpstr>PROPOSED SYSTEM</vt:lpstr>
      <vt:lpstr>FUTURE ENHANCEMENT</vt:lpstr>
      <vt:lpstr>CONCLUSION</vt:lpstr>
      <vt:lpstr>ANY QUESTION? WE WILL TRY AS MUCH AS POSSIBLE.</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cp:lastModifiedBy>user</cp:lastModifiedBy>
  <cp:revision>53</cp:revision>
  <dcterms:modified xsi:type="dcterms:W3CDTF">2021-03-21T09:21:44Z</dcterms:modified>
</cp:coreProperties>
</file>